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770" r:id="rId2"/>
  </p:sldMasterIdLst>
  <p:notesMasterIdLst>
    <p:notesMasterId r:id="rId16"/>
  </p:notesMasterIdLst>
  <p:sldIdLst>
    <p:sldId id="287" r:id="rId3"/>
    <p:sldId id="2145706679" r:id="rId4"/>
    <p:sldId id="2145706669" r:id="rId5"/>
    <p:sldId id="2145706670" r:id="rId6"/>
    <p:sldId id="2145706671" r:id="rId7"/>
    <p:sldId id="2145706672" r:id="rId8"/>
    <p:sldId id="2145706673" r:id="rId9"/>
    <p:sldId id="2145706674" r:id="rId10"/>
    <p:sldId id="2145706675" r:id="rId11"/>
    <p:sldId id="2145706676" r:id="rId12"/>
    <p:sldId id="2145706677" r:id="rId13"/>
    <p:sldId id="2145706678" r:id="rId14"/>
    <p:sldId id="30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774620-94EE-47D6-8171-79FAED880169}" v="3" dt="2026-09-30T08:55:48.930"/>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unit Desai, Tapal" userId="a032c3ea-8a9c-41df-97a3-e99d904a1afa" providerId="ADAL" clId="{ECDD860E-42F0-47F4-A247-9606F4C9BDBB}"/>
    <pc:docChg chg="undo custSel addSld delSld modSld sldOrd delMainMaster modMainMaster">
      <pc:chgData name="Punit Desai, Tapal" userId="a032c3ea-8a9c-41df-97a3-e99d904a1afa" providerId="ADAL" clId="{ECDD860E-42F0-47F4-A247-9606F4C9BDBB}" dt="2026-09-30T09:06:05.239" v="374" actId="207"/>
      <pc:docMkLst>
        <pc:docMk/>
      </pc:docMkLst>
      <pc:sldChg chg="delSp del mod">
        <pc:chgData name="Punit Desai, Tapal" userId="a032c3ea-8a9c-41df-97a3-e99d904a1afa" providerId="ADAL" clId="{ECDD860E-42F0-47F4-A247-9606F4C9BDBB}" dt="2026-09-30T08:38:50.006" v="44" actId="47"/>
        <pc:sldMkLst>
          <pc:docMk/>
          <pc:sldMk cId="0" sldId="256"/>
        </pc:sldMkLst>
        <pc:spChg chg="del">
          <ac:chgData name="Punit Desai, Tapal" userId="a032c3ea-8a9c-41df-97a3-e99d904a1afa" providerId="ADAL" clId="{ECDD860E-42F0-47F4-A247-9606F4C9BDBB}" dt="2026-09-30T08:37:00.133" v="20" actId="21"/>
          <ac:spMkLst>
            <pc:docMk/>
            <pc:sldMk cId="0" sldId="256"/>
            <ac:spMk id="2" creationId="{00000000-0000-0000-0000-000000000000}"/>
          </ac:spMkLst>
        </pc:spChg>
        <pc:spChg chg="del">
          <ac:chgData name="Punit Desai, Tapal" userId="a032c3ea-8a9c-41df-97a3-e99d904a1afa" providerId="ADAL" clId="{ECDD860E-42F0-47F4-A247-9606F4C9BDBB}" dt="2026-09-30T08:37:00.133" v="20" actId="21"/>
          <ac:spMkLst>
            <pc:docMk/>
            <pc:sldMk cId="0" sldId="256"/>
            <ac:spMk id="3" creationId="{00000000-0000-0000-0000-000000000000}"/>
          </ac:spMkLst>
        </pc:spChg>
        <pc:spChg chg="del">
          <ac:chgData name="Punit Desai, Tapal" userId="a032c3ea-8a9c-41df-97a3-e99d904a1afa" providerId="ADAL" clId="{ECDD860E-42F0-47F4-A247-9606F4C9BDBB}" dt="2026-09-30T08:37:00.133" v="20" actId="21"/>
          <ac:spMkLst>
            <pc:docMk/>
            <pc:sldMk cId="0" sldId="256"/>
            <ac:spMk id="4" creationId="{00000000-0000-0000-0000-000000000000}"/>
          </ac:spMkLst>
        </pc:spChg>
        <pc:spChg chg="del">
          <ac:chgData name="Punit Desai, Tapal" userId="a032c3ea-8a9c-41df-97a3-e99d904a1afa" providerId="ADAL" clId="{ECDD860E-42F0-47F4-A247-9606F4C9BDBB}" dt="2026-09-30T08:37:00.133" v="20" actId="21"/>
          <ac:spMkLst>
            <pc:docMk/>
            <pc:sldMk cId="0" sldId="256"/>
            <ac:spMk id="7" creationId="{00000000-0000-0000-0000-000000000000}"/>
          </ac:spMkLst>
        </pc:spChg>
        <pc:spChg chg="del">
          <ac:chgData name="Punit Desai, Tapal" userId="a032c3ea-8a9c-41df-97a3-e99d904a1afa" providerId="ADAL" clId="{ECDD860E-42F0-47F4-A247-9606F4C9BDBB}" dt="2026-09-30T08:37:00.133" v="20" actId="21"/>
          <ac:spMkLst>
            <pc:docMk/>
            <pc:sldMk cId="0" sldId="256"/>
            <ac:spMk id="8" creationId="{00000000-0000-0000-0000-000000000000}"/>
          </ac:spMkLst>
        </pc:spChg>
        <pc:spChg chg="del">
          <ac:chgData name="Punit Desai, Tapal" userId="a032c3ea-8a9c-41df-97a3-e99d904a1afa" providerId="ADAL" clId="{ECDD860E-42F0-47F4-A247-9606F4C9BDBB}" dt="2026-09-30T08:37:00.133" v="20" actId="21"/>
          <ac:spMkLst>
            <pc:docMk/>
            <pc:sldMk cId="0" sldId="256"/>
            <ac:spMk id="10" creationId="{00000000-0000-0000-0000-000000000000}"/>
          </ac:spMkLst>
        </pc:spChg>
        <pc:spChg chg="del">
          <ac:chgData name="Punit Desai, Tapal" userId="a032c3ea-8a9c-41df-97a3-e99d904a1afa" providerId="ADAL" clId="{ECDD860E-42F0-47F4-A247-9606F4C9BDBB}" dt="2026-09-30T08:37:00.133" v="20" actId="21"/>
          <ac:spMkLst>
            <pc:docMk/>
            <pc:sldMk cId="0" sldId="256"/>
            <ac:spMk id="11" creationId="{00000000-0000-0000-0000-000000000000}"/>
          </ac:spMkLst>
        </pc:spChg>
        <pc:spChg chg="del">
          <ac:chgData name="Punit Desai, Tapal" userId="a032c3ea-8a9c-41df-97a3-e99d904a1afa" providerId="ADAL" clId="{ECDD860E-42F0-47F4-A247-9606F4C9BDBB}" dt="2026-09-30T08:37:00.133" v="20" actId="21"/>
          <ac:spMkLst>
            <pc:docMk/>
            <pc:sldMk cId="0" sldId="256"/>
            <ac:spMk id="12" creationId="{00000000-0000-0000-0000-000000000000}"/>
          </ac:spMkLst>
        </pc:spChg>
        <pc:spChg chg="del">
          <ac:chgData name="Punit Desai, Tapal" userId="a032c3ea-8a9c-41df-97a3-e99d904a1afa" providerId="ADAL" clId="{ECDD860E-42F0-47F4-A247-9606F4C9BDBB}" dt="2026-09-30T08:37:00.133" v="20" actId="21"/>
          <ac:spMkLst>
            <pc:docMk/>
            <pc:sldMk cId="0" sldId="256"/>
            <ac:spMk id="13" creationId="{00000000-0000-0000-0000-000000000000}"/>
          </ac:spMkLst>
        </pc:spChg>
        <pc:spChg chg="del">
          <ac:chgData name="Punit Desai, Tapal" userId="a032c3ea-8a9c-41df-97a3-e99d904a1afa" providerId="ADAL" clId="{ECDD860E-42F0-47F4-A247-9606F4C9BDBB}" dt="2026-09-30T08:37:00.133" v="20" actId="21"/>
          <ac:spMkLst>
            <pc:docMk/>
            <pc:sldMk cId="0" sldId="256"/>
            <ac:spMk id="15" creationId="{00000000-0000-0000-0000-000000000000}"/>
          </ac:spMkLst>
        </pc:spChg>
      </pc:sldChg>
      <pc:sldChg chg="del">
        <pc:chgData name="Punit Desai, Tapal" userId="a032c3ea-8a9c-41df-97a3-e99d904a1afa" providerId="ADAL" clId="{ECDD860E-42F0-47F4-A247-9606F4C9BDBB}" dt="2026-09-30T08:41:44.424" v="75" actId="47"/>
        <pc:sldMkLst>
          <pc:docMk/>
          <pc:sldMk cId="0" sldId="257"/>
        </pc:sldMkLst>
      </pc:sldChg>
      <pc:sldChg chg="delSp modSp del mod">
        <pc:chgData name="Punit Desai, Tapal" userId="a032c3ea-8a9c-41df-97a3-e99d904a1afa" providerId="ADAL" clId="{ECDD860E-42F0-47F4-A247-9606F4C9BDBB}" dt="2026-09-30T08:47:51.305" v="127" actId="47"/>
        <pc:sldMkLst>
          <pc:docMk/>
          <pc:sldMk cId="0" sldId="258"/>
        </pc:sldMkLst>
        <pc:spChg chg="del">
          <ac:chgData name="Punit Desai, Tapal" userId="a032c3ea-8a9c-41df-97a3-e99d904a1afa" providerId="ADAL" clId="{ECDD860E-42F0-47F4-A247-9606F4C9BDBB}" dt="2026-09-30T08:42:25.903" v="77" actId="21"/>
          <ac:spMkLst>
            <pc:docMk/>
            <pc:sldMk cId="0" sldId="258"/>
            <ac:spMk id="2" creationId="{00000000-0000-0000-0000-000000000000}"/>
          </ac:spMkLst>
        </pc:spChg>
        <pc:spChg chg="del">
          <ac:chgData name="Punit Desai, Tapal" userId="a032c3ea-8a9c-41df-97a3-e99d904a1afa" providerId="ADAL" clId="{ECDD860E-42F0-47F4-A247-9606F4C9BDBB}" dt="2026-09-30T08:42:25.903" v="77" actId="21"/>
          <ac:spMkLst>
            <pc:docMk/>
            <pc:sldMk cId="0" sldId="258"/>
            <ac:spMk id="3" creationId="{00000000-0000-0000-0000-000000000000}"/>
          </ac:spMkLst>
        </pc:spChg>
        <pc:spChg chg="mod">
          <ac:chgData name="Punit Desai, Tapal" userId="a032c3ea-8a9c-41df-97a3-e99d904a1afa" providerId="ADAL" clId="{ECDD860E-42F0-47F4-A247-9606F4C9BDBB}" dt="2026-09-30T08:35:37.242" v="1" actId="27636"/>
          <ac:spMkLst>
            <pc:docMk/>
            <pc:sldMk cId="0" sldId="258"/>
            <ac:spMk id="4" creationId="{00000000-0000-0000-0000-000000000000}"/>
          </ac:spMkLst>
        </pc:spChg>
        <pc:spChg chg="del">
          <ac:chgData name="Punit Desai, Tapal" userId="a032c3ea-8a9c-41df-97a3-e99d904a1afa" providerId="ADAL" clId="{ECDD860E-42F0-47F4-A247-9606F4C9BDBB}" dt="2026-09-30T08:42:25.903" v="77" actId="21"/>
          <ac:spMkLst>
            <pc:docMk/>
            <pc:sldMk cId="0" sldId="258"/>
            <ac:spMk id="9" creationId="{00000000-0000-0000-0000-000000000000}"/>
          </ac:spMkLst>
        </pc:spChg>
        <pc:spChg chg="del">
          <ac:chgData name="Punit Desai, Tapal" userId="a032c3ea-8a9c-41df-97a3-e99d904a1afa" providerId="ADAL" clId="{ECDD860E-42F0-47F4-A247-9606F4C9BDBB}" dt="2026-09-30T08:42:25.903" v="77" actId="21"/>
          <ac:spMkLst>
            <pc:docMk/>
            <pc:sldMk cId="0" sldId="258"/>
            <ac:spMk id="13" creationId="{00000000-0000-0000-0000-000000000000}"/>
          </ac:spMkLst>
        </pc:spChg>
        <pc:spChg chg="del">
          <ac:chgData name="Punit Desai, Tapal" userId="a032c3ea-8a9c-41df-97a3-e99d904a1afa" providerId="ADAL" clId="{ECDD860E-42F0-47F4-A247-9606F4C9BDBB}" dt="2026-09-30T08:42:25.903" v="77" actId="21"/>
          <ac:spMkLst>
            <pc:docMk/>
            <pc:sldMk cId="0" sldId="258"/>
            <ac:spMk id="15" creationId="{00000000-0000-0000-0000-000000000000}"/>
          </ac:spMkLst>
        </pc:spChg>
        <pc:spChg chg="del">
          <ac:chgData name="Punit Desai, Tapal" userId="a032c3ea-8a9c-41df-97a3-e99d904a1afa" providerId="ADAL" clId="{ECDD860E-42F0-47F4-A247-9606F4C9BDBB}" dt="2026-09-30T08:42:25.903" v="77" actId="21"/>
          <ac:spMkLst>
            <pc:docMk/>
            <pc:sldMk cId="0" sldId="258"/>
            <ac:spMk id="16" creationId="{00000000-0000-0000-0000-000000000000}"/>
          </ac:spMkLst>
        </pc:spChg>
        <pc:spChg chg="del">
          <ac:chgData name="Punit Desai, Tapal" userId="a032c3ea-8a9c-41df-97a3-e99d904a1afa" providerId="ADAL" clId="{ECDD860E-42F0-47F4-A247-9606F4C9BDBB}" dt="2026-09-30T08:42:25.903" v="77" actId="21"/>
          <ac:spMkLst>
            <pc:docMk/>
            <pc:sldMk cId="0" sldId="258"/>
            <ac:spMk id="18" creationId="{00000000-0000-0000-0000-000000000000}"/>
          </ac:spMkLst>
        </pc:spChg>
        <pc:spChg chg="del">
          <ac:chgData name="Punit Desai, Tapal" userId="a032c3ea-8a9c-41df-97a3-e99d904a1afa" providerId="ADAL" clId="{ECDD860E-42F0-47F4-A247-9606F4C9BDBB}" dt="2026-09-30T08:42:25.903" v="77" actId="21"/>
          <ac:spMkLst>
            <pc:docMk/>
            <pc:sldMk cId="0" sldId="258"/>
            <ac:spMk id="19" creationId="{00000000-0000-0000-0000-000000000000}"/>
          </ac:spMkLst>
        </pc:spChg>
        <pc:spChg chg="del">
          <ac:chgData name="Punit Desai, Tapal" userId="a032c3ea-8a9c-41df-97a3-e99d904a1afa" providerId="ADAL" clId="{ECDD860E-42F0-47F4-A247-9606F4C9BDBB}" dt="2026-09-30T08:42:25.903" v="77" actId="21"/>
          <ac:spMkLst>
            <pc:docMk/>
            <pc:sldMk cId="0" sldId="258"/>
            <ac:spMk id="25" creationId="{00000000-0000-0000-0000-000000000000}"/>
          </ac:spMkLst>
        </pc:spChg>
        <pc:spChg chg="del">
          <ac:chgData name="Punit Desai, Tapal" userId="a032c3ea-8a9c-41df-97a3-e99d904a1afa" providerId="ADAL" clId="{ECDD860E-42F0-47F4-A247-9606F4C9BDBB}" dt="2026-09-30T08:42:25.903" v="77" actId="21"/>
          <ac:spMkLst>
            <pc:docMk/>
            <pc:sldMk cId="0" sldId="258"/>
            <ac:spMk id="27" creationId="{00000000-0000-0000-0000-000000000000}"/>
          </ac:spMkLst>
        </pc:spChg>
        <pc:spChg chg="del">
          <ac:chgData name="Punit Desai, Tapal" userId="a032c3ea-8a9c-41df-97a3-e99d904a1afa" providerId="ADAL" clId="{ECDD860E-42F0-47F4-A247-9606F4C9BDBB}" dt="2026-09-30T08:42:16.793" v="76" actId="478"/>
          <ac:spMkLst>
            <pc:docMk/>
            <pc:sldMk cId="0" sldId="258"/>
            <ac:spMk id="28" creationId="{00000000-0000-0000-0000-000000000000}"/>
          </ac:spMkLst>
        </pc:spChg>
      </pc:sldChg>
      <pc:sldChg chg="delSp del mod">
        <pc:chgData name="Punit Desai, Tapal" userId="a032c3ea-8a9c-41df-97a3-e99d904a1afa" providerId="ADAL" clId="{ECDD860E-42F0-47F4-A247-9606F4C9BDBB}" dt="2026-09-30T08:47:51.766" v="128" actId="47"/>
        <pc:sldMkLst>
          <pc:docMk/>
          <pc:sldMk cId="0" sldId="259"/>
        </pc:sldMkLst>
        <pc:spChg chg="del">
          <ac:chgData name="Punit Desai, Tapal" userId="a032c3ea-8a9c-41df-97a3-e99d904a1afa" providerId="ADAL" clId="{ECDD860E-42F0-47F4-A247-9606F4C9BDBB}" dt="2026-09-30T08:42:52.264" v="83" actId="21"/>
          <ac:spMkLst>
            <pc:docMk/>
            <pc:sldMk cId="0" sldId="259"/>
            <ac:spMk id="3" creationId="{00000000-0000-0000-0000-000000000000}"/>
          </ac:spMkLst>
        </pc:spChg>
        <pc:spChg chg="del">
          <ac:chgData name="Punit Desai, Tapal" userId="a032c3ea-8a9c-41df-97a3-e99d904a1afa" providerId="ADAL" clId="{ECDD860E-42F0-47F4-A247-9606F4C9BDBB}" dt="2026-09-30T08:42:52.264" v="83" actId="21"/>
          <ac:spMkLst>
            <pc:docMk/>
            <pc:sldMk cId="0" sldId="259"/>
            <ac:spMk id="7" creationId="{00000000-0000-0000-0000-000000000000}"/>
          </ac:spMkLst>
        </pc:spChg>
        <pc:spChg chg="del">
          <ac:chgData name="Punit Desai, Tapal" userId="a032c3ea-8a9c-41df-97a3-e99d904a1afa" providerId="ADAL" clId="{ECDD860E-42F0-47F4-A247-9606F4C9BDBB}" dt="2026-09-30T08:42:52.264" v="83" actId="21"/>
          <ac:spMkLst>
            <pc:docMk/>
            <pc:sldMk cId="0" sldId="259"/>
            <ac:spMk id="9" creationId="{00000000-0000-0000-0000-000000000000}"/>
          </ac:spMkLst>
        </pc:spChg>
        <pc:spChg chg="del">
          <ac:chgData name="Punit Desai, Tapal" userId="a032c3ea-8a9c-41df-97a3-e99d904a1afa" providerId="ADAL" clId="{ECDD860E-42F0-47F4-A247-9606F4C9BDBB}" dt="2026-09-30T08:42:52.264" v="83" actId="21"/>
          <ac:spMkLst>
            <pc:docMk/>
            <pc:sldMk cId="0" sldId="259"/>
            <ac:spMk id="12" creationId="{00000000-0000-0000-0000-000000000000}"/>
          </ac:spMkLst>
        </pc:spChg>
        <pc:spChg chg="del">
          <ac:chgData name="Punit Desai, Tapal" userId="a032c3ea-8a9c-41df-97a3-e99d904a1afa" providerId="ADAL" clId="{ECDD860E-42F0-47F4-A247-9606F4C9BDBB}" dt="2026-09-30T08:42:52.264" v="83" actId="21"/>
          <ac:spMkLst>
            <pc:docMk/>
            <pc:sldMk cId="0" sldId="259"/>
            <ac:spMk id="16" creationId="{00000000-0000-0000-0000-000000000000}"/>
          </ac:spMkLst>
        </pc:spChg>
        <pc:spChg chg="del">
          <ac:chgData name="Punit Desai, Tapal" userId="a032c3ea-8a9c-41df-97a3-e99d904a1afa" providerId="ADAL" clId="{ECDD860E-42F0-47F4-A247-9606F4C9BDBB}" dt="2026-09-30T08:42:52.264" v="83" actId="21"/>
          <ac:spMkLst>
            <pc:docMk/>
            <pc:sldMk cId="0" sldId="259"/>
            <ac:spMk id="20" creationId="{00000000-0000-0000-0000-000000000000}"/>
          </ac:spMkLst>
        </pc:spChg>
        <pc:spChg chg="del">
          <ac:chgData name="Punit Desai, Tapal" userId="a032c3ea-8a9c-41df-97a3-e99d904a1afa" providerId="ADAL" clId="{ECDD860E-42F0-47F4-A247-9606F4C9BDBB}" dt="2026-09-30T08:42:52.264" v="83" actId="21"/>
          <ac:spMkLst>
            <pc:docMk/>
            <pc:sldMk cId="0" sldId="259"/>
            <ac:spMk id="23" creationId="{00000000-0000-0000-0000-000000000000}"/>
          </ac:spMkLst>
        </pc:spChg>
        <pc:spChg chg="del">
          <ac:chgData name="Punit Desai, Tapal" userId="a032c3ea-8a9c-41df-97a3-e99d904a1afa" providerId="ADAL" clId="{ECDD860E-42F0-47F4-A247-9606F4C9BDBB}" dt="2026-09-30T08:42:52.264" v="83" actId="21"/>
          <ac:spMkLst>
            <pc:docMk/>
            <pc:sldMk cId="0" sldId="259"/>
            <ac:spMk id="24" creationId="{00000000-0000-0000-0000-000000000000}"/>
          </ac:spMkLst>
        </pc:spChg>
        <pc:spChg chg="del">
          <ac:chgData name="Punit Desai, Tapal" userId="a032c3ea-8a9c-41df-97a3-e99d904a1afa" providerId="ADAL" clId="{ECDD860E-42F0-47F4-A247-9606F4C9BDBB}" dt="2026-09-30T08:42:52.264" v="83" actId="21"/>
          <ac:spMkLst>
            <pc:docMk/>
            <pc:sldMk cId="0" sldId="259"/>
            <ac:spMk id="25" creationId="{00000000-0000-0000-0000-000000000000}"/>
          </ac:spMkLst>
        </pc:spChg>
        <pc:spChg chg="del">
          <ac:chgData name="Punit Desai, Tapal" userId="a032c3ea-8a9c-41df-97a3-e99d904a1afa" providerId="ADAL" clId="{ECDD860E-42F0-47F4-A247-9606F4C9BDBB}" dt="2026-09-30T08:42:52.264" v="83" actId="21"/>
          <ac:spMkLst>
            <pc:docMk/>
            <pc:sldMk cId="0" sldId="259"/>
            <ac:spMk id="27" creationId="{00000000-0000-0000-0000-000000000000}"/>
          </ac:spMkLst>
        </pc:spChg>
      </pc:sldChg>
      <pc:sldChg chg="delSp modSp del mod">
        <pc:chgData name="Punit Desai, Tapal" userId="a032c3ea-8a9c-41df-97a3-e99d904a1afa" providerId="ADAL" clId="{ECDD860E-42F0-47F4-A247-9606F4C9BDBB}" dt="2026-09-30T08:47:52.310" v="129" actId="47"/>
        <pc:sldMkLst>
          <pc:docMk/>
          <pc:sldMk cId="0" sldId="260"/>
        </pc:sldMkLst>
        <pc:spChg chg="del">
          <ac:chgData name="Punit Desai, Tapal" userId="a032c3ea-8a9c-41df-97a3-e99d904a1afa" providerId="ADAL" clId="{ECDD860E-42F0-47F4-A247-9606F4C9BDBB}" dt="2026-09-30T08:47:36.271" v="125" actId="21"/>
          <ac:spMkLst>
            <pc:docMk/>
            <pc:sldMk cId="0" sldId="260"/>
            <ac:spMk id="4" creationId="{00000000-0000-0000-0000-000000000000}"/>
          </ac:spMkLst>
        </pc:spChg>
        <pc:spChg chg="del">
          <ac:chgData name="Punit Desai, Tapal" userId="a032c3ea-8a9c-41df-97a3-e99d904a1afa" providerId="ADAL" clId="{ECDD860E-42F0-47F4-A247-9606F4C9BDBB}" dt="2026-09-30T08:47:36.271" v="125" actId="21"/>
          <ac:spMkLst>
            <pc:docMk/>
            <pc:sldMk cId="0" sldId="260"/>
            <ac:spMk id="6" creationId="{00000000-0000-0000-0000-000000000000}"/>
          </ac:spMkLst>
        </pc:spChg>
        <pc:spChg chg="del">
          <ac:chgData name="Punit Desai, Tapal" userId="a032c3ea-8a9c-41df-97a3-e99d904a1afa" providerId="ADAL" clId="{ECDD860E-42F0-47F4-A247-9606F4C9BDBB}" dt="2026-09-30T08:47:36.271" v="125" actId="21"/>
          <ac:spMkLst>
            <pc:docMk/>
            <pc:sldMk cId="0" sldId="260"/>
            <ac:spMk id="8" creationId="{00000000-0000-0000-0000-000000000000}"/>
          </ac:spMkLst>
        </pc:spChg>
        <pc:spChg chg="del">
          <ac:chgData name="Punit Desai, Tapal" userId="a032c3ea-8a9c-41df-97a3-e99d904a1afa" providerId="ADAL" clId="{ECDD860E-42F0-47F4-A247-9606F4C9BDBB}" dt="2026-09-30T08:47:36.271" v="125" actId="21"/>
          <ac:spMkLst>
            <pc:docMk/>
            <pc:sldMk cId="0" sldId="260"/>
            <ac:spMk id="9" creationId="{00000000-0000-0000-0000-000000000000}"/>
          </ac:spMkLst>
        </pc:spChg>
        <pc:spChg chg="del">
          <ac:chgData name="Punit Desai, Tapal" userId="a032c3ea-8a9c-41df-97a3-e99d904a1afa" providerId="ADAL" clId="{ECDD860E-42F0-47F4-A247-9606F4C9BDBB}" dt="2026-09-30T08:47:36.271" v="125" actId="21"/>
          <ac:spMkLst>
            <pc:docMk/>
            <pc:sldMk cId="0" sldId="260"/>
            <ac:spMk id="10" creationId="{00000000-0000-0000-0000-000000000000}"/>
          </ac:spMkLst>
        </pc:spChg>
        <pc:spChg chg="del">
          <ac:chgData name="Punit Desai, Tapal" userId="a032c3ea-8a9c-41df-97a3-e99d904a1afa" providerId="ADAL" clId="{ECDD860E-42F0-47F4-A247-9606F4C9BDBB}" dt="2026-09-30T08:47:36.271" v="125" actId="21"/>
          <ac:spMkLst>
            <pc:docMk/>
            <pc:sldMk cId="0" sldId="260"/>
            <ac:spMk id="11" creationId="{00000000-0000-0000-0000-000000000000}"/>
          </ac:spMkLst>
        </pc:spChg>
        <pc:spChg chg="del">
          <ac:chgData name="Punit Desai, Tapal" userId="a032c3ea-8a9c-41df-97a3-e99d904a1afa" providerId="ADAL" clId="{ECDD860E-42F0-47F4-A247-9606F4C9BDBB}" dt="2026-09-30T08:47:36.271" v="125" actId="21"/>
          <ac:spMkLst>
            <pc:docMk/>
            <pc:sldMk cId="0" sldId="260"/>
            <ac:spMk id="16" creationId="{00000000-0000-0000-0000-000000000000}"/>
          </ac:spMkLst>
        </pc:spChg>
        <pc:spChg chg="del">
          <ac:chgData name="Punit Desai, Tapal" userId="a032c3ea-8a9c-41df-97a3-e99d904a1afa" providerId="ADAL" clId="{ECDD860E-42F0-47F4-A247-9606F4C9BDBB}" dt="2026-09-30T08:47:36.271" v="125" actId="21"/>
          <ac:spMkLst>
            <pc:docMk/>
            <pc:sldMk cId="0" sldId="260"/>
            <ac:spMk id="20" creationId="{00000000-0000-0000-0000-000000000000}"/>
          </ac:spMkLst>
        </pc:spChg>
        <pc:spChg chg="mod">
          <ac:chgData name="Punit Desai, Tapal" userId="a032c3ea-8a9c-41df-97a3-e99d904a1afa" providerId="ADAL" clId="{ECDD860E-42F0-47F4-A247-9606F4C9BDBB}" dt="2026-09-30T08:44:28.370" v="113" actId="14100"/>
          <ac:spMkLst>
            <pc:docMk/>
            <pc:sldMk cId="0" sldId="260"/>
            <ac:spMk id="21" creationId="{00000000-0000-0000-0000-000000000000}"/>
          </ac:spMkLst>
        </pc:spChg>
        <pc:spChg chg="del">
          <ac:chgData name="Punit Desai, Tapal" userId="a032c3ea-8a9c-41df-97a3-e99d904a1afa" providerId="ADAL" clId="{ECDD860E-42F0-47F4-A247-9606F4C9BDBB}" dt="2026-09-30T08:47:36.271" v="125" actId="21"/>
          <ac:spMkLst>
            <pc:docMk/>
            <pc:sldMk cId="0" sldId="260"/>
            <ac:spMk id="22" creationId="{00000000-0000-0000-0000-000000000000}"/>
          </ac:spMkLst>
        </pc:spChg>
        <pc:spChg chg="mod">
          <ac:chgData name="Punit Desai, Tapal" userId="a032c3ea-8a9c-41df-97a3-e99d904a1afa" providerId="ADAL" clId="{ECDD860E-42F0-47F4-A247-9606F4C9BDBB}" dt="2026-09-30T08:44:03.003" v="88" actId="14100"/>
          <ac:spMkLst>
            <pc:docMk/>
            <pc:sldMk cId="0" sldId="260"/>
            <ac:spMk id="24" creationId="{00000000-0000-0000-0000-000000000000}"/>
          </ac:spMkLst>
        </pc:spChg>
        <pc:spChg chg="mod">
          <ac:chgData name="Punit Desai, Tapal" userId="a032c3ea-8a9c-41df-97a3-e99d904a1afa" providerId="ADAL" clId="{ECDD860E-42F0-47F4-A247-9606F4C9BDBB}" dt="2026-09-30T08:44:10.379" v="112" actId="1035"/>
          <ac:spMkLst>
            <pc:docMk/>
            <pc:sldMk cId="0" sldId="260"/>
            <ac:spMk id="25" creationId="{00000000-0000-0000-0000-000000000000}"/>
          </ac:spMkLst>
        </pc:spChg>
        <pc:spChg chg="mod">
          <ac:chgData name="Punit Desai, Tapal" userId="a032c3ea-8a9c-41df-97a3-e99d904a1afa" providerId="ADAL" clId="{ECDD860E-42F0-47F4-A247-9606F4C9BDBB}" dt="2026-09-30T08:44:10.379" v="112" actId="1035"/>
          <ac:spMkLst>
            <pc:docMk/>
            <pc:sldMk cId="0" sldId="260"/>
            <ac:spMk id="26" creationId="{00000000-0000-0000-0000-000000000000}"/>
          </ac:spMkLst>
        </pc:spChg>
        <pc:spChg chg="del mod">
          <ac:chgData name="Punit Desai, Tapal" userId="a032c3ea-8a9c-41df-97a3-e99d904a1afa" providerId="ADAL" clId="{ECDD860E-42F0-47F4-A247-9606F4C9BDBB}" dt="2026-09-30T08:47:36.271" v="125" actId="21"/>
          <ac:spMkLst>
            <pc:docMk/>
            <pc:sldMk cId="0" sldId="260"/>
            <ac:spMk id="27" creationId="{00000000-0000-0000-0000-000000000000}"/>
          </ac:spMkLst>
        </pc:spChg>
        <pc:spChg chg="del">
          <ac:chgData name="Punit Desai, Tapal" userId="a032c3ea-8a9c-41df-97a3-e99d904a1afa" providerId="ADAL" clId="{ECDD860E-42F0-47F4-A247-9606F4C9BDBB}" dt="2026-09-30T08:47:34.085" v="124" actId="478"/>
          <ac:spMkLst>
            <pc:docMk/>
            <pc:sldMk cId="0" sldId="260"/>
            <ac:spMk id="28" creationId="{00000000-0000-0000-0000-000000000000}"/>
          </ac:spMkLst>
        </pc:spChg>
      </pc:sldChg>
      <pc:sldChg chg="delSp modSp del mod">
        <pc:chgData name="Punit Desai, Tapal" userId="a032c3ea-8a9c-41df-97a3-e99d904a1afa" providerId="ADAL" clId="{ECDD860E-42F0-47F4-A247-9606F4C9BDBB}" dt="2026-09-30T08:48:29.555" v="136" actId="47"/>
        <pc:sldMkLst>
          <pc:docMk/>
          <pc:sldMk cId="0" sldId="261"/>
        </pc:sldMkLst>
        <pc:spChg chg="del">
          <ac:chgData name="Punit Desai, Tapal" userId="a032c3ea-8a9c-41df-97a3-e99d904a1afa" providerId="ADAL" clId="{ECDD860E-42F0-47F4-A247-9606F4C9BDBB}" dt="2026-09-30T08:48:04.763" v="132" actId="21"/>
          <ac:spMkLst>
            <pc:docMk/>
            <pc:sldMk cId="0" sldId="261"/>
            <ac:spMk id="6" creationId="{00000000-0000-0000-0000-000000000000}"/>
          </ac:spMkLst>
        </pc:spChg>
        <pc:spChg chg="del">
          <ac:chgData name="Punit Desai, Tapal" userId="a032c3ea-8a9c-41df-97a3-e99d904a1afa" providerId="ADAL" clId="{ECDD860E-42F0-47F4-A247-9606F4C9BDBB}" dt="2026-09-30T08:48:04.763" v="132" actId="21"/>
          <ac:spMkLst>
            <pc:docMk/>
            <pc:sldMk cId="0" sldId="261"/>
            <ac:spMk id="7" creationId="{00000000-0000-0000-0000-000000000000}"/>
          </ac:spMkLst>
        </pc:spChg>
        <pc:spChg chg="del">
          <ac:chgData name="Punit Desai, Tapal" userId="a032c3ea-8a9c-41df-97a3-e99d904a1afa" providerId="ADAL" clId="{ECDD860E-42F0-47F4-A247-9606F4C9BDBB}" dt="2026-09-30T08:48:04.763" v="132" actId="21"/>
          <ac:spMkLst>
            <pc:docMk/>
            <pc:sldMk cId="0" sldId="261"/>
            <ac:spMk id="8" creationId="{00000000-0000-0000-0000-000000000000}"/>
          </ac:spMkLst>
        </pc:spChg>
        <pc:spChg chg="del">
          <ac:chgData name="Punit Desai, Tapal" userId="a032c3ea-8a9c-41df-97a3-e99d904a1afa" providerId="ADAL" clId="{ECDD860E-42F0-47F4-A247-9606F4C9BDBB}" dt="2026-09-30T08:48:04.763" v="132" actId="21"/>
          <ac:spMkLst>
            <pc:docMk/>
            <pc:sldMk cId="0" sldId="261"/>
            <ac:spMk id="18" creationId="{00000000-0000-0000-0000-000000000000}"/>
          </ac:spMkLst>
        </pc:spChg>
        <pc:spChg chg="del">
          <ac:chgData name="Punit Desai, Tapal" userId="a032c3ea-8a9c-41df-97a3-e99d904a1afa" providerId="ADAL" clId="{ECDD860E-42F0-47F4-A247-9606F4C9BDBB}" dt="2026-09-30T08:48:04.763" v="132" actId="21"/>
          <ac:spMkLst>
            <pc:docMk/>
            <pc:sldMk cId="0" sldId="261"/>
            <ac:spMk id="19" creationId="{00000000-0000-0000-0000-000000000000}"/>
          </ac:spMkLst>
        </pc:spChg>
        <pc:spChg chg="del">
          <ac:chgData name="Punit Desai, Tapal" userId="a032c3ea-8a9c-41df-97a3-e99d904a1afa" providerId="ADAL" clId="{ECDD860E-42F0-47F4-A247-9606F4C9BDBB}" dt="2026-09-30T08:48:04.763" v="132" actId="21"/>
          <ac:spMkLst>
            <pc:docMk/>
            <pc:sldMk cId="0" sldId="261"/>
            <ac:spMk id="20" creationId="{00000000-0000-0000-0000-000000000000}"/>
          </ac:spMkLst>
        </pc:spChg>
        <pc:spChg chg="del">
          <ac:chgData name="Punit Desai, Tapal" userId="a032c3ea-8a9c-41df-97a3-e99d904a1afa" providerId="ADAL" clId="{ECDD860E-42F0-47F4-A247-9606F4C9BDBB}" dt="2026-09-30T08:48:04.763" v="132" actId="21"/>
          <ac:spMkLst>
            <pc:docMk/>
            <pc:sldMk cId="0" sldId="261"/>
            <ac:spMk id="21" creationId="{00000000-0000-0000-0000-000000000000}"/>
          </ac:spMkLst>
        </pc:spChg>
        <pc:spChg chg="del">
          <ac:chgData name="Punit Desai, Tapal" userId="a032c3ea-8a9c-41df-97a3-e99d904a1afa" providerId="ADAL" clId="{ECDD860E-42F0-47F4-A247-9606F4C9BDBB}" dt="2026-09-30T08:48:04.763" v="132" actId="21"/>
          <ac:spMkLst>
            <pc:docMk/>
            <pc:sldMk cId="0" sldId="261"/>
            <ac:spMk id="22" creationId="{00000000-0000-0000-0000-000000000000}"/>
          </ac:spMkLst>
        </pc:spChg>
        <pc:spChg chg="del">
          <ac:chgData name="Punit Desai, Tapal" userId="a032c3ea-8a9c-41df-97a3-e99d904a1afa" providerId="ADAL" clId="{ECDD860E-42F0-47F4-A247-9606F4C9BDBB}" dt="2026-09-30T08:48:04.763" v="132" actId="21"/>
          <ac:spMkLst>
            <pc:docMk/>
            <pc:sldMk cId="0" sldId="261"/>
            <ac:spMk id="23" creationId="{00000000-0000-0000-0000-000000000000}"/>
          </ac:spMkLst>
        </pc:spChg>
        <pc:spChg chg="del">
          <ac:chgData name="Punit Desai, Tapal" userId="a032c3ea-8a9c-41df-97a3-e99d904a1afa" providerId="ADAL" clId="{ECDD860E-42F0-47F4-A247-9606F4C9BDBB}" dt="2026-09-30T08:48:04.763" v="132" actId="21"/>
          <ac:spMkLst>
            <pc:docMk/>
            <pc:sldMk cId="0" sldId="261"/>
            <ac:spMk id="24" creationId="{00000000-0000-0000-0000-000000000000}"/>
          </ac:spMkLst>
        </pc:spChg>
        <pc:spChg chg="del mod">
          <ac:chgData name="Punit Desai, Tapal" userId="a032c3ea-8a9c-41df-97a3-e99d904a1afa" providerId="ADAL" clId="{ECDD860E-42F0-47F4-A247-9606F4C9BDBB}" dt="2026-09-30T08:48:00.574" v="131" actId="478"/>
          <ac:spMkLst>
            <pc:docMk/>
            <pc:sldMk cId="0" sldId="261"/>
            <ac:spMk id="28" creationId="{00000000-0000-0000-0000-000000000000}"/>
          </ac:spMkLst>
        </pc:spChg>
      </pc:sldChg>
      <pc:sldChg chg="delSp del mod">
        <pc:chgData name="Punit Desai, Tapal" userId="a032c3ea-8a9c-41df-97a3-e99d904a1afa" providerId="ADAL" clId="{ECDD860E-42F0-47F4-A247-9606F4C9BDBB}" dt="2026-09-30T08:52:11.233" v="261" actId="47"/>
        <pc:sldMkLst>
          <pc:docMk/>
          <pc:sldMk cId="0" sldId="262"/>
        </pc:sldMkLst>
        <pc:spChg chg="del">
          <ac:chgData name="Punit Desai, Tapal" userId="a032c3ea-8a9c-41df-97a3-e99d904a1afa" providerId="ADAL" clId="{ECDD860E-42F0-47F4-A247-9606F4C9BDBB}" dt="2026-09-30T08:48:36.997" v="138" actId="21"/>
          <ac:spMkLst>
            <pc:docMk/>
            <pc:sldMk cId="0" sldId="262"/>
            <ac:spMk id="2" creationId="{00000000-0000-0000-0000-000000000000}"/>
          </ac:spMkLst>
        </pc:spChg>
        <pc:spChg chg="del">
          <ac:chgData name="Punit Desai, Tapal" userId="a032c3ea-8a9c-41df-97a3-e99d904a1afa" providerId="ADAL" clId="{ECDD860E-42F0-47F4-A247-9606F4C9BDBB}" dt="2026-09-30T08:48:36.997" v="138" actId="21"/>
          <ac:spMkLst>
            <pc:docMk/>
            <pc:sldMk cId="0" sldId="262"/>
            <ac:spMk id="6" creationId="{00000000-0000-0000-0000-000000000000}"/>
          </ac:spMkLst>
        </pc:spChg>
        <pc:spChg chg="del">
          <ac:chgData name="Punit Desai, Tapal" userId="a032c3ea-8a9c-41df-97a3-e99d904a1afa" providerId="ADAL" clId="{ECDD860E-42F0-47F4-A247-9606F4C9BDBB}" dt="2026-09-30T08:48:36.997" v="138" actId="21"/>
          <ac:spMkLst>
            <pc:docMk/>
            <pc:sldMk cId="0" sldId="262"/>
            <ac:spMk id="9" creationId="{00000000-0000-0000-0000-000000000000}"/>
          </ac:spMkLst>
        </pc:spChg>
        <pc:spChg chg="del">
          <ac:chgData name="Punit Desai, Tapal" userId="a032c3ea-8a9c-41df-97a3-e99d904a1afa" providerId="ADAL" clId="{ECDD860E-42F0-47F4-A247-9606F4C9BDBB}" dt="2026-09-30T08:48:36.997" v="138" actId="21"/>
          <ac:spMkLst>
            <pc:docMk/>
            <pc:sldMk cId="0" sldId="262"/>
            <ac:spMk id="10" creationId="{00000000-0000-0000-0000-000000000000}"/>
          </ac:spMkLst>
        </pc:spChg>
        <pc:spChg chg="del">
          <ac:chgData name="Punit Desai, Tapal" userId="a032c3ea-8a9c-41df-97a3-e99d904a1afa" providerId="ADAL" clId="{ECDD860E-42F0-47F4-A247-9606F4C9BDBB}" dt="2026-09-30T08:48:36.997" v="138" actId="21"/>
          <ac:spMkLst>
            <pc:docMk/>
            <pc:sldMk cId="0" sldId="262"/>
            <ac:spMk id="12" creationId="{00000000-0000-0000-0000-000000000000}"/>
          </ac:spMkLst>
        </pc:spChg>
        <pc:spChg chg="del">
          <ac:chgData name="Punit Desai, Tapal" userId="a032c3ea-8a9c-41df-97a3-e99d904a1afa" providerId="ADAL" clId="{ECDD860E-42F0-47F4-A247-9606F4C9BDBB}" dt="2026-09-30T08:48:36.997" v="138" actId="21"/>
          <ac:spMkLst>
            <pc:docMk/>
            <pc:sldMk cId="0" sldId="262"/>
            <ac:spMk id="15" creationId="{00000000-0000-0000-0000-000000000000}"/>
          </ac:spMkLst>
        </pc:spChg>
        <pc:spChg chg="del">
          <ac:chgData name="Punit Desai, Tapal" userId="a032c3ea-8a9c-41df-97a3-e99d904a1afa" providerId="ADAL" clId="{ECDD860E-42F0-47F4-A247-9606F4C9BDBB}" dt="2026-09-30T08:48:36.997" v="138" actId="21"/>
          <ac:spMkLst>
            <pc:docMk/>
            <pc:sldMk cId="0" sldId="262"/>
            <ac:spMk id="23" creationId="{00000000-0000-0000-0000-000000000000}"/>
          </ac:spMkLst>
        </pc:spChg>
        <pc:spChg chg="del">
          <ac:chgData name="Punit Desai, Tapal" userId="a032c3ea-8a9c-41df-97a3-e99d904a1afa" providerId="ADAL" clId="{ECDD860E-42F0-47F4-A247-9606F4C9BDBB}" dt="2026-09-30T08:48:36.997" v="138" actId="21"/>
          <ac:spMkLst>
            <pc:docMk/>
            <pc:sldMk cId="0" sldId="262"/>
            <ac:spMk id="24" creationId="{00000000-0000-0000-0000-000000000000}"/>
          </ac:spMkLst>
        </pc:spChg>
        <pc:spChg chg="del">
          <ac:chgData name="Punit Desai, Tapal" userId="a032c3ea-8a9c-41df-97a3-e99d904a1afa" providerId="ADAL" clId="{ECDD860E-42F0-47F4-A247-9606F4C9BDBB}" dt="2026-09-30T08:48:36.997" v="138" actId="21"/>
          <ac:spMkLst>
            <pc:docMk/>
            <pc:sldMk cId="0" sldId="262"/>
            <ac:spMk id="25" creationId="{00000000-0000-0000-0000-000000000000}"/>
          </ac:spMkLst>
        </pc:spChg>
        <pc:spChg chg="del">
          <ac:chgData name="Punit Desai, Tapal" userId="a032c3ea-8a9c-41df-97a3-e99d904a1afa" providerId="ADAL" clId="{ECDD860E-42F0-47F4-A247-9606F4C9BDBB}" dt="2026-09-30T08:48:36.997" v="138" actId="21"/>
          <ac:spMkLst>
            <pc:docMk/>
            <pc:sldMk cId="0" sldId="262"/>
            <ac:spMk id="26" creationId="{00000000-0000-0000-0000-000000000000}"/>
          </ac:spMkLst>
        </pc:spChg>
        <pc:spChg chg="del">
          <ac:chgData name="Punit Desai, Tapal" userId="a032c3ea-8a9c-41df-97a3-e99d904a1afa" providerId="ADAL" clId="{ECDD860E-42F0-47F4-A247-9606F4C9BDBB}" dt="2026-09-30T08:48:34.750" v="137" actId="478"/>
          <ac:spMkLst>
            <pc:docMk/>
            <pc:sldMk cId="0" sldId="262"/>
            <ac:spMk id="28" creationId="{00000000-0000-0000-0000-000000000000}"/>
          </ac:spMkLst>
        </pc:spChg>
      </pc:sldChg>
      <pc:sldChg chg="delSp del mod">
        <pc:chgData name="Punit Desai, Tapal" userId="a032c3ea-8a9c-41df-97a3-e99d904a1afa" providerId="ADAL" clId="{ECDD860E-42F0-47F4-A247-9606F4C9BDBB}" dt="2026-09-30T08:52:11.233" v="261" actId="47"/>
        <pc:sldMkLst>
          <pc:docMk/>
          <pc:sldMk cId="0" sldId="263"/>
        </pc:sldMkLst>
        <pc:spChg chg="del">
          <ac:chgData name="Punit Desai, Tapal" userId="a032c3ea-8a9c-41df-97a3-e99d904a1afa" providerId="ADAL" clId="{ECDD860E-42F0-47F4-A247-9606F4C9BDBB}" dt="2026-09-30T08:49:19.488" v="168" actId="21"/>
          <ac:spMkLst>
            <pc:docMk/>
            <pc:sldMk cId="0" sldId="263"/>
            <ac:spMk id="3" creationId="{00000000-0000-0000-0000-000000000000}"/>
          </ac:spMkLst>
        </pc:spChg>
        <pc:spChg chg="del">
          <ac:chgData name="Punit Desai, Tapal" userId="a032c3ea-8a9c-41df-97a3-e99d904a1afa" providerId="ADAL" clId="{ECDD860E-42F0-47F4-A247-9606F4C9BDBB}" dt="2026-09-30T08:49:19.488" v="168" actId="21"/>
          <ac:spMkLst>
            <pc:docMk/>
            <pc:sldMk cId="0" sldId="263"/>
            <ac:spMk id="8" creationId="{00000000-0000-0000-0000-000000000000}"/>
          </ac:spMkLst>
        </pc:spChg>
        <pc:spChg chg="del">
          <ac:chgData name="Punit Desai, Tapal" userId="a032c3ea-8a9c-41df-97a3-e99d904a1afa" providerId="ADAL" clId="{ECDD860E-42F0-47F4-A247-9606F4C9BDBB}" dt="2026-09-30T08:49:19.488" v="168" actId="21"/>
          <ac:spMkLst>
            <pc:docMk/>
            <pc:sldMk cId="0" sldId="263"/>
            <ac:spMk id="10" creationId="{00000000-0000-0000-0000-000000000000}"/>
          </ac:spMkLst>
        </pc:spChg>
        <pc:spChg chg="del">
          <ac:chgData name="Punit Desai, Tapal" userId="a032c3ea-8a9c-41df-97a3-e99d904a1afa" providerId="ADAL" clId="{ECDD860E-42F0-47F4-A247-9606F4C9BDBB}" dt="2026-09-30T08:49:19.488" v="168" actId="21"/>
          <ac:spMkLst>
            <pc:docMk/>
            <pc:sldMk cId="0" sldId="263"/>
            <ac:spMk id="12" creationId="{00000000-0000-0000-0000-000000000000}"/>
          </ac:spMkLst>
        </pc:spChg>
        <pc:spChg chg="del">
          <ac:chgData name="Punit Desai, Tapal" userId="a032c3ea-8a9c-41df-97a3-e99d904a1afa" providerId="ADAL" clId="{ECDD860E-42F0-47F4-A247-9606F4C9BDBB}" dt="2026-09-30T08:49:19.488" v="168" actId="21"/>
          <ac:spMkLst>
            <pc:docMk/>
            <pc:sldMk cId="0" sldId="263"/>
            <ac:spMk id="15" creationId="{00000000-0000-0000-0000-000000000000}"/>
          </ac:spMkLst>
        </pc:spChg>
        <pc:spChg chg="del">
          <ac:chgData name="Punit Desai, Tapal" userId="a032c3ea-8a9c-41df-97a3-e99d904a1afa" providerId="ADAL" clId="{ECDD860E-42F0-47F4-A247-9606F4C9BDBB}" dt="2026-09-30T08:49:19.488" v="168" actId="21"/>
          <ac:spMkLst>
            <pc:docMk/>
            <pc:sldMk cId="0" sldId="263"/>
            <ac:spMk id="16" creationId="{00000000-0000-0000-0000-000000000000}"/>
          </ac:spMkLst>
        </pc:spChg>
        <pc:spChg chg="del">
          <ac:chgData name="Punit Desai, Tapal" userId="a032c3ea-8a9c-41df-97a3-e99d904a1afa" providerId="ADAL" clId="{ECDD860E-42F0-47F4-A247-9606F4C9BDBB}" dt="2026-09-30T08:49:19.488" v="168" actId="21"/>
          <ac:spMkLst>
            <pc:docMk/>
            <pc:sldMk cId="0" sldId="263"/>
            <ac:spMk id="21" creationId="{00000000-0000-0000-0000-000000000000}"/>
          </ac:spMkLst>
        </pc:spChg>
        <pc:spChg chg="del">
          <ac:chgData name="Punit Desai, Tapal" userId="a032c3ea-8a9c-41df-97a3-e99d904a1afa" providerId="ADAL" clId="{ECDD860E-42F0-47F4-A247-9606F4C9BDBB}" dt="2026-09-30T08:49:19.488" v="168" actId="21"/>
          <ac:spMkLst>
            <pc:docMk/>
            <pc:sldMk cId="0" sldId="263"/>
            <ac:spMk id="25" creationId="{00000000-0000-0000-0000-000000000000}"/>
          </ac:spMkLst>
        </pc:spChg>
        <pc:spChg chg="del">
          <ac:chgData name="Punit Desai, Tapal" userId="a032c3ea-8a9c-41df-97a3-e99d904a1afa" providerId="ADAL" clId="{ECDD860E-42F0-47F4-A247-9606F4C9BDBB}" dt="2026-09-30T08:49:19.488" v="168" actId="21"/>
          <ac:spMkLst>
            <pc:docMk/>
            <pc:sldMk cId="0" sldId="263"/>
            <ac:spMk id="26" creationId="{00000000-0000-0000-0000-000000000000}"/>
          </ac:spMkLst>
        </pc:spChg>
        <pc:spChg chg="del">
          <ac:chgData name="Punit Desai, Tapal" userId="a032c3ea-8a9c-41df-97a3-e99d904a1afa" providerId="ADAL" clId="{ECDD860E-42F0-47F4-A247-9606F4C9BDBB}" dt="2026-09-30T08:49:19.488" v="168" actId="21"/>
          <ac:spMkLst>
            <pc:docMk/>
            <pc:sldMk cId="0" sldId="263"/>
            <ac:spMk id="27" creationId="{00000000-0000-0000-0000-000000000000}"/>
          </ac:spMkLst>
        </pc:spChg>
        <pc:spChg chg="del">
          <ac:chgData name="Punit Desai, Tapal" userId="a032c3ea-8a9c-41df-97a3-e99d904a1afa" providerId="ADAL" clId="{ECDD860E-42F0-47F4-A247-9606F4C9BDBB}" dt="2026-09-30T08:49:17.130" v="167" actId="478"/>
          <ac:spMkLst>
            <pc:docMk/>
            <pc:sldMk cId="0" sldId="263"/>
            <ac:spMk id="28" creationId="{00000000-0000-0000-0000-000000000000}"/>
          </ac:spMkLst>
        </pc:spChg>
      </pc:sldChg>
      <pc:sldChg chg="delSp modSp del mod">
        <pc:chgData name="Punit Desai, Tapal" userId="a032c3ea-8a9c-41df-97a3-e99d904a1afa" providerId="ADAL" clId="{ECDD860E-42F0-47F4-A247-9606F4C9BDBB}" dt="2026-09-30T08:52:11.233" v="261" actId="47"/>
        <pc:sldMkLst>
          <pc:docMk/>
          <pc:sldMk cId="0" sldId="264"/>
        </pc:sldMkLst>
        <pc:spChg chg="del">
          <ac:chgData name="Punit Desai, Tapal" userId="a032c3ea-8a9c-41df-97a3-e99d904a1afa" providerId="ADAL" clId="{ECDD860E-42F0-47F4-A247-9606F4C9BDBB}" dt="2026-09-30T08:50:36.904" v="248" actId="21"/>
          <ac:spMkLst>
            <pc:docMk/>
            <pc:sldMk cId="0" sldId="264"/>
            <ac:spMk id="2" creationId="{00000000-0000-0000-0000-000000000000}"/>
          </ac:spMkLst>
        </pc:spChg>
        <pc:spChg chg="del">
          <ac:chgData name="Punit Desai, Tapal" userId="a032c3ea-8a9c-41df-97a3-e99d904a1afa" providerId="ADAL" clId="{ECDD860E-42F0-47F4-A247-9606F4C9BDBB}" dt="2026-09-30T08:50:36.904" v="248" actId="21"/>
          <ac:spMkLst>
            <pc:docMk/>
            <pc:sldMk cId="0" sldId="264"/>
            <ac:spMk id="3" creationId="{00000000-0000-0000-0000-000000000000}"/>
          </ac:spMkLst>
        </pc:spChg>
        <pc:spChg chg="del">
          <ac:chgData name="Punit Desai, Tapal" userId="a032c3ea-8a9c-41df-97a3-e99d904a1afa" providerId="ADAL" clId="{ECDD860E-42F0-47F4-A247-9606F4C9BDBB}" dt="2026-09-30T08:50:36.904" v="248" actId="21"/>
          <ac:spMkLst>
            <pc:docMk/>
            <pc:sldMk cId="0" sldId="264"/>
            <ac:spMk id="6" creationId="{00000000-0000-0000-0000-000000000000}"/>
          </ac:spMkLst>
        </pc:spChg>
        <pc:spChg chg="del">
          <ac:chgData name="Punit Desai, Tapal" userId="a032c3ea-8a9c-41df-97a3-e99d904a1afa" providerId="ADAL" clId="{ECDD860E-42F0-47F4-A247-9606F4C9BDBB}" dt="2026-09-30T08:50:36.904" v="248" actId="21"/>
          <ac:spMkLst>
            <pc:docMk/>
            <pc:sldMk cId="0" sldId="264"/>
            <ac:spMk id="8" creationId="{00000000-0000-0000-0000-000000000000}"/>
          </ac:spMkLst>
        </pc:spChg>
        <pc:spChg chg="del">
          <ac:chgData name="Punit Desai, Tapal" userId="a032c3ea-8a9c-41df-97a3-e99d904a1afa" providerId="ADAL" clId="{ECDD860E-42F0-47F4-A247-9606F4C9BDBB}" dt="2026-09-30T08:50:36.904" v="248" actId="21"/>
          <ac:spMkLst>
            <pc:docMk/>
            <pc:sldMk cId="0" sldId="264"/>
            <ac:spMk id="11" creationId="{00000000-0000-0000-0000-000000000000}"/>
          </ac:spMkLst>
        </pc:spChg>
        <pc:spChg chg="del">
          <ac:chgData name="Punit Desai, Tapal" userId="a032c3ea-8a9c-41df-97a3-e99d904a1afa" providerId="ADAL" clId="{ECDD860E-42F0-47F4-A247-9606F4C9BDBB}" dt="2026-09-30T08:50:36.904" v="248" actId="21"/>
          <ac:spMkLst>
            <pc:docMk/>
            <pc:sldMk cId="0" sldId="264"/>
            <ac:spMk id="20" creationId="{00000000-0000-0000-0000-000000000000}"/>
          </ac:spMkLst>
        </pc:spChg>
        <pc:spChg chg="del">
          <ac:chgData name="Punit Desai, Tapal" userId="a032c3ea-8a9c-41df-97a3-e99d904a1afa" providerId="ADAL" clId="{ECDD860E-42F0-47F4-A247-9606F4C9BDBB}" dt="2026-09-30T08:50:36.904" v="248" actId="21"/>
          <ac:spMkLst>
            <pc:docMk/>
            <pc:sldMk cId="0" sldId="264"/>
            <ac:spMk id="21" creationId="{00000000-0000-0000-0000-000000000000}"/>
          </ac:spMkLst>
        </pc:spChg>
        <pc:spChg chg="del">
          <ac:chgData name="Punit Desai, Tapal" userId="a032c3ea-8a9c-41df-97a3-e99d904a1afa" providerId="ADAL" clId="{ECDD860E-42F0-47F4-A247-9606F4C9BDBB}" dt="2026-09-30T08:50:36.904" v="248" actId="21"/>
          <ac:spMkLst>
            <pc:docMk/>
            <pc:sldMk cId="0" sldId="264"/>
            <ac:spMk id="22" creationId="{00000000-0000-0000-0000-000000000000}"/>
          </ac:spMkLst>
        </pc:spChg>
        <pc:spChg chg="del mod">
          <ac:chgData name="Punit Desai, Tapal" userId="a032c3ea-8a9c-41df-97a3-e99d904a1afa" providerId="ADAL" clId="{ECDD860E-42F0-47F4-A247-9606F4C9BDBB}" dt="2026-09-30T08:50:36.904" v="248" actId="21"/>
          <ac:spMkLst>
            <pc:docMk/>
            <pc:sldMk cId="0" sldId="264"/>
            <ac:spMk id="25" creationId="{00000000-0000-0000-0000-000000000000}"/>
          </ac:spMkLst>
        </pc:spChg>
        <pc:spChg chg="mod">
          <ac:chgData name="Punit Desai, Tapal" userId="a032c3ea-8a9c-41df-97a3-e99d904a1afa" providerId="ADAL" clId="{ECDD860E-42F0-47F4-A247-9606F4C9BDBB}" dt="2026-09-30T08:50:17.582" v="247" actId="1036"/>
          <ac:spMkLst>
            <pc:docMk/>
            <pc:sldMk cId="0" sldId="264"/>
            <ac:spMk id="26" creationId="{00000000-0000-0000-0000-000000000000}"/>
          </ac:spMkLst>
        </pc:spChg>
        <pc:spChg chg="del mod">
          <ac:chgData name="Punit Desai, Tapal" userId="a032c3ea-8a9c-41df-97a3-e99d904a1afa" providerId="ADAL" clId="{ECDD860E-42F0-47F4-A247-9606F4C9BDBB}" dt="2026-09-30T08:50:36.904" v="248" actId="21"/>
          <ac:spMkLst>
            <pc:docMk/>
            <pc:sldMk cId="0" sldId="264"/>
            <ac:spMk id="27" creationId="{00000000-0000-0000-0000-000000000000}"/>
          </ac:spMkLst>
        </pc:spChg>
      </pc:sldChg>
      <pc:sldChg chg="delSp del mod">
        <pc:chgData name="Punit Desai, Tapal" userId="a032c3ea-8a9c-41df-97a3-e99d904a1afa" providerId="ADAL" clId="{ECDD860E-42F0-47F4-A247-9606F4C9BDBB}" dt="2026-09-30T08:52:11.233" v="261" actId="47"/>
        <pc:sldMkLst>
          <pc:docMk/>
          <pc:sldMk cId="0" sldId="265"/>
        </pc:sldMkLst>
        <pc:spChg chg="del">
          <ac:chgData name="Punit Desai, Tapal" userId="a032c3ea-8a9c-41df-97a3-e99d904a1afa" providerId="ADAL" clId="{ECDD860E-42F0-47F4-A247-9606F4C9BDBB}" dt="2026-09-30T08:51:05.360" v="251" actId="21"/>
          <ac:spMkLst>
            <pc:docMk/>
            <pc:sldMk cId="0" sldId="265"/>
            <ac:spMk id="3" creationId="{00000000-0000-0000-0000-000000000000}"/>
          </ac:spMkLst>
        </pc:spChg>
        <pc:spChg chg="del">
          <ac:chgData name="Punit Desai, Tapal" userId="a032c3ea-8a9c-41df-97a3-e99d904a1afa" providerId="ADAL" clId="{ECDD860E-42F0-47F4-A247-9606F4C9BDBB}" dt="2026-09-30T08:51:05.360" v="251" actId="21"/>
          <ac:spMkLst>
            <pc:docMk/>
            <pc:sldMk cId="0" sldId="265"/>
            <ac:spMk id="5" creationId="{00000000-0000-0000-0000-000000000000}"/>
          </ac:spMkLst>
        </pc:spChg>
        <pc:spChg chg="del">
          <ac:chgData name="Punit Desai, Tapal" userId="a032c3ea-8a9c-41df-97a3-e99d904a1afa" providerId="ADAL" clId="{ECDD860E-42F0-47F4-A247-9606F4C9BDBB}" dt="2026-09-30T08:51:05.360" v="251" actId="21"/>
          <ac:spMkLst>
            <pc:docMk/>
            <pc:sldMk cId="0" sldId="265"/>
            <ac:spMk id="9" creationId="{00000000-0000-0000-0000-000000000000}"/>
          </ac:spMkLst>
        </pc:spChg>
        <pc:spChg chg="del">
          <ac:chgData name="Punit Desai, Tapal" userId="a032c3ea-8a9c-41df-97a3-e99d904a1afa" providerId="ADAL" clId="{ECDD860E-42F0-47F4-A247-9606F4C9BDBB}" dt="2026-09-30T08:51:05.360" v="251" actId="21"/>
          <ac:spMkLst>
            <pc:docMk/>
            <pc:sldMk cId="0" sldId="265"/>
            <ac:spMk id="12" creationId="{00000000-0000-0000-0000-000000000000}"/>
          </ac:spMkLst>
        </pc:spChg>
        <pc:spChg chg="del">
          <ac:chgData name="Punit Desai, Tapal" userId="a032c3ea-8a9c-41df-97a3-e99d904a1afa" providerId="ADAL" clId="{ECDD860E-42F0-47F4-A247-9606F4C9BDBB}" dt="2026-09-30T08:51:05.360" v="251" actId="21"/>
          <ac:spMkLst>
            <pc:docMk/>
            <pc:sldMk cId="0" sldId="265"/>
            <ac:spMk id="14" creationId="{00000000-0000-0000-0000-000000000000}"/>
          </ac:spMkLst>
        </pc:spChg>
        <pc:spChg chg="del">
          <ac:chgData name="Punit Desai, Tapal" userId="a032c3ea-8a9c-41df-97a3-e99d904a1afa" providerId="ADAL" clId="{ECDD860E-42F0-47F4-A247-9606F4C9BDBB}" dt="2026-09-30T08:51:05.360" v="251" actId="21"/>
          <ac:spMkLst>
            <pc:docMk/>
            <pc:sldMk cId="0" sldId="265"/>
            <ac:spMk id="15" creationId="{00000000-0000-0000-0000-000000000000}"/>
          </ac:spMkLst>
        </pc:spChg>
        <pc:spChg chg="del">
          <ac:chgData name="Punit Desai, Tapal" userId="a032c3ea-8a9c-41df-97a3-e99d904a1afa" providerId="ADAL" clId="{ECDD860E-42F0-47F4-A247-9606F4C9BDBB}" dt="2026-09-30T08:51:05.360" v="251" actId="21"/>
          <ac:spMkLst>
            <pc:docMk/>
            <pc:sldMk cId="0" sldId="265"/>
            <ac:spMk id="20" creationId="{00000000-0000-0000-0000-000000000000}"/>
          </ac:spMkLst>
        </pc:spChg>
        <pc:spChg chg="del">
          <ac:chgData name="Punit Desai, Tapal" userId="a032c3ea-8a9c-41df-97a3-e99d904a1afa" providerId="ADAL" clId="{ECDD860E-42F0-47F4-A247-9606F4C9BDBB}" dt="2026-09-30T08:51:05.360" v="251" actId="21"/>
          <ac:spMkLst>
            <pc:docMk/>
            <pc:sldMk cId="0" sldId="265"/>
            <ac:spMk id="23" creationId="{00000000-0000-0000-0000-000000000000}"/>
          </ac:spMkLst>
        </pc:spChg>
        <pc:spChg chg="del">
          <ac:chgData name="Punit Desai, Tapal" userId="a032c3ea-8a9c-41df-97a3-e99d904a1afa" providerId="ADAL" clId="{ECDD860E-42F0-47F4-A247-9606F4C9BDBB}" dt="2026-09-30T08:51:05.360" v="251" actId="21"/>
          <ac:spMkLst>
            <pc:docMk/>
            <pc:sldMk cId="0" sldId="265"/>
            <ac:spMk id="24" creationId="{00000000-0000-0000-0000-000000000000}"/>
          </ac:spMkLst>
        </pc:spChg>
        <pc:spChg chg="del">
          <ac:chgData name="Punit Desai, Tapal" userId="a032c3ea-8a9c-41df-97a3-e99d904a1afa" providerId="ADAL" clId="{ECDD860E-42F0-47F4-A247-9606F4C9BDBB}" dt="2026-09-30T08:51:05.360" v="251" actId="21"/>
          <ac:spMkLst>
            <pc:docMk/>
            <pc:sldMk cId="0" sldId="265"/>
            <ac:spMk id="25" creationId="{00000000-0000-0000-0000-000000000000}"/>
          </ac:spMkLst>
        </pc:spChg>
      </pc:sldChg>
      <pc:sldChg chg="delSp del mod">
        <pc:chgData name="Punit Desai, Tapal" userId="a032c3ea-8a9c-41df-97a3-e99d904a1afa" providerId="ADAL" clId="{ECDD860E-42F0-47F4-A247-9606F4C9BDBB}" dt="2026-09-30T08:52:11.233" v="261" actId="47"/>
        <pc:sldMkLst>
          <pc:docMk/>
          <pc:sldMk cId="0" sldId="266"/>
        </pc:sldMkLst>
        <pc:spChg chg="del">
          <ac:chgData name="Punit Desai, Tapal" userId="a032c3ea-8a9c-41df-97a3-e99d904a1afa" providerId="ADAL" clId="{ECDD860E-42F0-47F4-A247-9606F4C9BDBB}" dt="2026-09-30T08:51:41.666" v="256" actId="21"/>
          <ac:spMkLst>
            <pc:docMk/>
            <pc:sldMk cId="0" sldId="266"/>
            <ac:spMk id="2" creationId="{00000000-0000-0000-0000-000000000000}"/>
          </ac:spMkLst>
        </pc:spChg>
        <pc:spChg chg="del">
          <ac:chgData name="Punit Desai, Tapal" userId="a032c3ea-8a9c-41df-97a3-e99d904a1afa" providerId="ADAL" clId="{ECDD860E-42F0-47F4-A247-9606F4C9BDBB}" dt="2026-09-30T08:51:41.666" v="256" actId="21"/>
          <ac:spMkLst>
            <pc:docMk/>
            <pc:sldMk cId="0" sldId="266"/>
            <ac:spMk id="5" creationId="{00000000-0000-0000-0000-000000000000}"/>
          </ac:spMkLst>
        </pc:spChg>
        <pc:spChg chg="del">
          <ac:chgData name="Punit Desai, Tapal" userId="a032c3ea-8a9c-41df-97a3-e99d904a1afa" providerId="ADAL" clId="{ECDD860E-42F0-47F4-A247-9606F4C9BDBB}" dt="2026-09-30T08:51:41.666" v="256" actId="21"/>
          <ac:spMkLst>
            <pc:docMk/>
            <pc:sldMk cId="0" sldId="266"/>
            <ac:spMk id="6" creationId="{00000000-0000-0000-0000-000000000000}"/>
          </ac:spMkLst>
        </pc:spChg>
        <pc:spChg chg="del">
          <ac:chgData name="Punit Desai, Tapal" userId="a032c3ea-8a9c-41df-97a3-e99d904a1afa" providerId="ADAL" clId="{ECDD860E-42F0-47F4-A247-9606F4C9BDBB}" dt="2026-09-30T08:51:41.666" v="256" actId="21"/>
          <ac:spMkLst>
            <pc:docMk/>
            <pc:sldMk cId="0" sldId="266"/>
            <ac:spMk id="8" creationId="{00000000-0000-0000-0000-000000000000}"/>
          </ac:spMkLst>
        </pc:spChg>
        <pc:spChg chg="del">
          <ac:chgData name="Punit Desai, Tapal" userId="a032c3ea-8a9c-41df-97a3-e99d904a1afa" providerId="ADAL" clId="{ECDD860E-42F0-47F4-A247-9606F4C9BDBB}" dt="2026-09-30T08:51:41.666" v="256" actId="21"/>
          <ac:spMkLst>
            <pc:docMk/>
            <pc:sldMk cId="0" sldId="266"/>
            <ac:spMk id="11" creationId="{00000000-0000-0000-0000-000000000000}"/>
          </ac:spMkLst>
        </pc:spChg>
        <pc:spChg chg="del">
          <ac:chgData name="Punit Desai, Tapal" userId="a032c3ea-8a9c-41df-97a3-e99d904a1afa" providerId="ADAL" clId="{ECDD860E-42F0-47F4-A247-9606F4C9BDBB}" dt="2026-09-30T08:51:41.666" v="256" actId="21"/>
          <ac:spMkLst>
            <pc:docMk/>
            <pc:sldMk cId="0" sldId="266"/>
            <ac:spMk id="14" creationId="{00000000-0000-0000-0000-000000000000}"/>
          </ac:spMkLst>
        </pc:spChg>
        <pc:spChg chg="del">
          <ac:chgData name="Punit Desai, Tapal" userId="a032c3ea-8a9c-41df-97a3-e99d904a1afa" providerId="ADAL" clId="{ECDD860E-42F0-47F4-A247-9606F4C9BDBB}" dt="2026-09-30T08:51:41.666" v="256" actId="21"/>
          <ac:spMkLst>
            <pc:docMk/>
            <pc:sldMk cId="0" sldId="266"/>
            <ac:spMk id="17" creationId="{00000000-0000-0000-0000-000000000000}"/>
          </ac:spMkLst>
        </pc:spChg>
        <pc:spChg chg="del">
          <ac:chgData name="Punit Desai, Tapal" userId="a032c3ea-8a9c-41df-97a3-e99d904a1afa" providerId="ADAL" clId="{ECDD860E-42F0-47F4-A247-9606F4C9BDBB}" dt="2026-09-30T08:51:41.666" v="256" actId="21"/>
          <ac:spMkLst>
            <pc:docMk/>
            <pc:sldMk cId="0" sldId="266"/>
            <ac:spMk id="19" creationId="{00000000-0000-0000-0000-000000000000}"/>
          </ac:spMkLst>
        </pc:spChg>
        <pc:spChg chg="del">
          <ac:chgData name="Punit Desai, Tapal" userId="a032c3ea-8a9c-41df-97a3-e99d904a1afa" providerId="ADAL" clId="{ECDD860E-42F0-47F4-A247-9606F4C9BDBB}" dt="2026-09-30T08:51:41.666" v="256" actId="21"/>
          <ac:spMkLst>
            <pc:docMk/>
            <pc:sldMk cId="0" sldId="266"/>
            <ac:spMk id="20" creationId="{00000000-0000-0000-0000-000000000000}"/>
          </ac:spMkLst>
        </pc:spChg>
        <pc:spChg chg="del">
          <ac:chgData name="Punit Desai, Tapal" userId="a032c3ea-8a9c-41df-97a3-e99d904a1afa" providerId="ADAL" clId="{ECDD860E-42F0-47F4-A247-9606F4C9BDBB}" dt="2026-09-30T08:51:41.666" v="256" actId="21"/>
          <ac:spMkLst>
            <pc:docMk/>
            <pc:sldMk cId="0" sldId="266"/>
            <ac:spMk id="24" creationId="{00000000-0000-0000-0000-000000000000}"/>
          </ac:spMkLst>
        </pc:spChg>
      </pc:sldChg>
      <pc:sldChg chg="delSp del mod">
        <pc:chgData name="Punit Desai, Tapal" userId="a032c3ea-8a9c-41df-97a3-e99d904a1afa" providerId="ADAL" clId="{ECDD860E-42F0-47F4-A247-9606F4C9BDBB}" dt="2026-09-30T08:52:11.233" v="261" actId="47"/>
        <pc:sldMkLst>
          <pc:docMk/>
          <pc:sldMk cId="0" sldId="267"/>
        </pc:sldMkLst>
        <pc:spChg chg="del">
          <ac:chgData name="Punit Desai, Tapal" userId="a032c3ea-8a9c-41df-97a3-e99d904a1afa" providerId="ADAL" clId="{ECDD860E-42F0-47F4-A247-9606F4C9BDBB}" dt="2026-09-30T08:52:01.430" v="259" actId="21"/>
          <ac:spMkLst>
            <pc:docMk/>
            <pc:sldMk cId="0" sldId="267"/>
            <ac:spMk id="5" creationId="{00000000-0000-0000-0000-000000000000}"/>
          </ac:spMkLst>
        </pc:spChg>
        <pc:spChg chg="del">
          <ac:chgData name="Punit Desai, Tapal" userId="a032c3ea-8a9c-41df-97a3-e99d904a1afa" providerId="ADAL" clId="{ECDD860E-42F0-47F4-A247-9606F4C9BDBB}" dt="2026-09-30T08:52:01.430" v="259" actId="21"/>
          <ac:spMkLst>
            <pc:docMk/>
            <pc:sldMk cId="0" sldId="267"/>
            <ac:spMk id="6" creationId="{00000000-0000-0000-0000-000000000000}"/>
          </ac:spMkLst>
        </pc:spChg>
        <pc:spChg chg="del">
          <ac:chgData name="Punit Desai, Tapal" userId="a032c3ea-8a9c-41df-97a3-e99d904a1afa" providerId="ADAL" clId="{ECDD860E-42F0-47F4-A247-9606F4C9BDBB}" dt="2026-09-30T08:52:01.430" v="259" actId="21"/>
          <ac:spMkLst>
            <pc:docMk/>
            <pc:sldMk cId="0" sldId="267"/>
            <ac:spMk id="8" creationId="{00000000-0000-0000-0000-000000000000}"/>
          </ac:spMkLst>
        </pc:spChg>
        <pc:spChg chg="del">
          <ac:chgData name="Punit Desai, Tapal" userId="a032c3ea-8a9c-41df-97a3-e99d904a1afa" providerId="ADAL" clId="{ECDD860E-42F0-47F4-A247-9606F4C9BDBB}" dt="2026-09-30T08:52:01.430" v="259" actId="21"/>
          <ac:spMkLst>
            <pc:docMk/>
            <pc:sldMk cId="0" sldId="267"/>
            <ac:spMk id="10" creationId="{00000000-0000-0000-0000-000000000000}"/>
          </ac:spMkLst>
        </pc:spChg>
        <pc:spChg chg="del">
          <ac:chgData name="Punit Desai, Tapal" userId="a032c3ea-8a9c-41df-97a3-e99d904a1afa" providerId="ADAL" clId="{ECDD860E-42F0-47F4-A247-9606F4C9BDBB}" dt="2026-09-30T08:52:01.430" v="259" actId="21"/>
          <ac:spMkLst>
            <pc:docMk/>
            <pc:sldMk cId="0" sldId="267"/>
            <ac:spMk id="12" creationId="{00000000-0000-0000-0000-000000000000}"/>
          </ac:spMkLst>
        </pc:spChg>
        <pc:spChg chg="del">
          <ac:chgData name="Punit Desai, Tapal" userId="a032c3ea-8a9c-41df-97a3-e99d904a1afa" providerId="ADAL" clId="{ECDD860E-42F0-47F4-A247-9606F4C9BDBB}" dt="2026-09-30T08:52:01.430" v="259" actId="21"/>
          <ac:spMkLst>
            <pc:docMk/>
            <pc:sldMk cId="0" sldId="267"/>
            <ac:spMk id="13" creationId="{00000000-0000-0000-0000-000000000000}"/>
          </ac:spMkLst>
        </pc:spChg>
        <pc:spChg chg="del">
          <ac:chgData name="Punit Desai, Tapal" userId="a032c3ea-8a9c-41df-97a3-e99d904a1afa" providerId="ADAL" clId="{ECDD860E-42F0-47F4-A247-9606F4C9BDBB}" dt="2026-09-30T08:52:01.430" v="259" actId="21"/>
          <ac:spMkLst>
            <pc:docMk/>
            <pc:sldMk cId="0" sldId="267"/>
            <ac:spMk id="14" creationId="{00000000-0000-0000-0000-000000000000}"/>
          </ac:spMkLst>
        </pc:spChg>
        <pc:spChg chg="del">
          <ac:chgData name="Punit Desai, Tapal" userId="a032c3ea-8a9c-41df-97a3-e99d904a1afa" providerId="ADAL" clId="{ECDD860E-42F0-47F4-A247-9606F4C9BDBB}" dt="2026-09-30T08:52:01.430" v="259" actId="21"/>
          <ac:spMkLst>
            <pc:docMk/>
            <pc:sldMk cId="0" sldId="267"/>
            <ac:spMk id="15" creationId="{00000000-0000-0000-0000-000000000000}"/>
          </ac:spMkLst>
        </pc:spChg>
        <pc:spChg chg="del">
          <ac:chgData name="Punit Desai, Tapal" userId="a032c3ea-8a9c-41df-97a3-e99d904a1afa" providerId="ADAL" clId="{ECDD860E-42F0-47F4-A247-9606F4C9BDBB}" dt="2026-09-30T08:52:01.430" v="259" actId="21"/>
          <ac:spMkLst>
            <pc:docMk/>
            <pc:sldMk cId="0" sldId="267"/>
            <ac:spMk id="20" creationId="{00000000-0000-0000-0000-000000000000}"/>
          </ac:spMkLst>
        </pc:spChg>
        <pc:spChg chg="del">
          <ac:chgData name="Punit Desai, Tapal" userId="a032c3ea-8a9c-41df-97a3-e99d904a1afa" providerId="ADAL" clId="{ECDD860E-42F0-47F4-A247-9606F4C9BDBB}" dt="2026-09-30T08:52:01.430" v="259" actId="21"/>
          <ac:spMkLst>
            <pc:docMk/>
            <pc:sldMk cId="0" sldId="267"/>
            <ac:spMk id="21" creationId="{00000000-0000-0000-0000-000000000000}"/>
          </ac:spMkLst>
        </pc:spChg>
      </pc:sldChg>
      <pc:sldChg chg="addSp delSp modSp add del mod">
        <pc:chgData name="Punit Desai, Tapal" userId="a032c3ea-8a9c-41df-97a3-e99d904a1afa" providerId="ADAL" clId="{ECDD860E-42F0-47F4-A247-9606F4C9BDBB}" dt="2026-09-30T08:47:09.953" v="122" actId="47"/>
        <pc:sldMkLst>
          <pc:docMk/>
          <pc:sldMk cId="1382088411" sldId="268"/>
        </pc:sldMkLst>
        <pc:spChg chg="del">
          <ac:chgData name="Punit Desai, Tapal" userId="a032c3ea-8a9c-41df-97a3-e99d904a1afa" providerId="ADAL" clId="{ECDD860E-42F0-47F4-A247-9606F4C9BDBB}" dt="2026-09-30T08:35:41.041" v="2" actId="478"/>
          <ac:spMkLst>
            <pc:docMk/>
            <pc:sldMk cId="1382088411" sldId="268"/>
            <ac:spMk id="4" creationId="{41B29930-9D88-CCCE-1F63-1A85FC7C7AC2}"/>
          </ac:spMkLst>
        </pc:spChg>
        <pc:spChg chg="add mod">
          <ac:chgData name="Punit Desai, Tapal" userId="a032c3ea-8a9c-41df-97a3-e99d904a1afa" providerId="ADAL" clId="{ECDD860E-42F0-47F4-A247-9606F4C9BDBB}" dt="2026-09-30T08:36:44.310" v="18" actId="20577"/>
          <ac:spMkLst>
            <pc:docMk/>
            <pc:sldMk cId="1382088411" sldId="268"/>
            <ac:spMk id="5" creationId="{317FD18C-AC39-3007-3A3E-8035A4678310}"/>
          </ac:spMkLst>
        </pc:spChg>
        <pc:spChg chg="del mod">
          <ac:chgData name="Punit Desai, Tapal" userId="a032c3ea-8a9c-41df-97a3-e99d904a1afa" providerId="ADAL" clId="{ECDD860E-42F0-47F4-A247-9606F4C9BDBB}" dt="2026-09-30T08:36:39.720" v="14" actId="478"/>
          <ac:spMkLst>
            <pc:docMk/>
            <pc:sldMk cId="1382088411" sldId="268"/>
            <ac:spMk id="12" creationId="{C2C519EB-A9E6-ECA3-40F7-D34844931E7D}"/>
          </ac:spMkLst>
        </pc:spChg>
        <pc:spChg chg="add del mod">
          <ac:chgData name="Punit Desai, Tapal" userId="a032c3ea-8a9c-41df-97a3-e99d904a1afa" providerId="ADAL" clId="{ECDD860E-42F0-47F4-A247-9606F4C9BDBB}" dt="2026-09-30T08:36:47.868" v="19" actId="478"/>
          <ac:spMkLst>
            <pc:docMk/>
            <pc:sldMk cId="1382088411" sldId="268"/>
            <ac:spMk id="13" creationId="{C5E6C5FA-4DE6-3656-0879-1A8D9AE00659}"/>
          </ac:spMkLst>
        </pc:spChg>
        <pc:spChg chg="mod">
          <ac:chgData name="Punit Desai, Tapal" userId="a032c3ea-8a9c-41df-97a3-e99d904a1afa" providerId="ADAL" clId="{ECDD860E-42F0-47F4-A247-9606F4C9BDBB}" dt="2026-09-30T08:36:33.284" v="13" actId="14100"/>
          <ac:spMkLst>
            <pc:docMk/>
            <pc:sldMk cId="1382088411" sldId="268"/>
            <ac:spMk id="16" creationId="{48D5BCFE-0BB6-7EB3-1AD7-51B0EEC674BC}"/>
          </ac:spMkLst>
        </pc:spChg>
        <pc:spChg chg="del">
          <ac:chgData name="Punit Desai, Tapal" userId="a032c3ea-8a9c-41df-97a3-e99d904a1afa" providerId="ADAL" clId="{ECDD860E-42F0-47F4-A247-9606F4C9BDBB}" dt="2026-09-30T08:36:39.720" v="14" actId="478"/>
          <ac:spMkLst>
            <pc:docMk/>
            <pc:sldMk cId="1382088411" sldId="268"/>
            <ac:spMk id="18" creationId="{9B4BD691-B08E-6AE7-B2AB-F8883AB30D14}"/>
          </ac:spMkLst>
        </pc:spChg>
      </pc:sldChg>
      <pc:sldChg chg="addSp delSp modSp add del mod">
        <pc:chgData name="Punit Desai, Tapal" userId="a032c3ea-8a9c-41df-97a3-e99d904a1afa" providerId="ADAL" clId="{ECDD860E-42F0-47F4-A247-9606F4C9BDBB}" dt="2026-09-30T08:55:52.733" v="295" actId="47"/>
        <pc:sldMkLst>
          <pc:docMk/>
          <pc:sldMk cId="4138908074" sldId="275"/>
        </pc:sldMkLst>
        <pc:spChg chg="add mod">
          <ac:chgData name="Punit Desai, Tapal" userId="a032c3ea-8a9c-41df-97a3-e99d904a1afa" providerId="ADAL" clId="{ECDD860E-42F0-47F4-A247-9606F4C9BDBB}" dt="2026-09-30T08:55:46.275" v="293" actId="21"/>
          <ac:spMkLst>
            <pc:docMk/>
            <pc:sldMk cId="4138908074" sldId="275"/>
            <ac:spMk id="5" creationId="{A290889B-1C01-8DD5-8876-4983454CC368}"/>
          </ac:spMkLst>
        </pc:spChg>
        <pc:spChg chg="del mod">
          <ac:chgData name="Punit Desai, Tapal" userId="a032c3ea-8a9c-41df-97a3-e99d904a1afa" providerId="ADAL" clId="{ECDD860E-42F0-47F4-A247-9606F4C9BDBB}" dt="2026-09-30T08:55:46.275" v="293" actId="21"/>
          <ac:spMkLst>
            <pc:docMk/>
            <pc:sldMk cId="4138908074" sldId="275"/>
            <ac:spMk id="6" creationId="{3CF3A018-8F56-E784-4745-DB44DC2A7FA2}"/>
          </ac:spMkLst>
        </pc:spChg>
        <pc:graphicFrameChg chg="add del mod modGraphic">
          <ac:chgData name="Punit Desai, Tapal" userId="a032c3ea-8a9c-41df-97a3-e99d904a1afa" providerId="ADAL" clId="{ECDD860E-42F0-47F4-A247-9606F4C9BDBB}" dt="2026-09-30T08:55:21.303" v="286" actId="21"/>
          <ac:graphicFrameMkLst>
            <pc:docMk/>
            <pc:sldMk cId="4138908074" sldId="275"/>
            <ac:graphicFrameMk id="3" creationId="{8DA9E127-4EFE-8D26-2A59-A7533090B125}"/>
          </ac:graphicFrameMkLst>
        </pc:graphicFrameChg>
      </pc:sldChg>
      <pc:sldChg chg="addSp delSp modSp add mod ord">
        <pc:chgData name="Punit Desai, Tapal" userId="a032c3ea-8a9c-41df-97a3-e99d904a1afa" providerId="ADAL" clId="{ECDD860E-42F0-47F4-A247-9606F4C9BDBB}" dt="2026-09-30T08:47:06.026" v="121" actId="14100"/>
        <pc:sldMkLst>
          <pc:docMk/>
          <pc:sldMk cId="1948760007" sldId="287"/>
        </pc:sldMkLst>
        <pc:spChg chg="del">
          <ac:chgData name="Punit Desai, Tapal" userId="a032c3ea-8a9c-41df-97a3-e99d904a1afa" providerId="ADAL" clId="{ECDD860E-42F0-47F4-A247-9606F4C9BDBB}" dt="2026-09-30T08:37:20.641" v="27" actId="478"/>
          <ac:spMkLst>
            <pc:docMk/>
            <pc:sldMk cId="1948760007" sldId="287"/>
            <ac:spMk id="2" creationId="{584BF64C-6DEA-3332-86D5-20C6228CB792}"/>
          </ac:spMkLst>
        </pc:spChg>
        <pc:spChg chg="add mod">
          <ac:chgData name="Punit Desai, Tapal" userId="a032c3ea-8a9c-41df-97a3-e99d904a1afa" providerId="ADAL" clId="{ECDD860E-42F0-47F4-A247-9606F4C9BDBB}" dt="2026-09-30T08:37:54.612" v="34" actId="207"/>
          <ac:spMkLst>
            <pc:docMk/>
            <pc:sldMk cId="1948760007" sldId="287"/>
            <ac:spMk id="4" creationId="{4AF580BC-CCC5-7713-8404-97426A675D79}"/>
          </ac:spMkLst>
        </pc:spChg>
        <pc:spChg chg="add mod">
          <ac:chgData name="Punit Desai, Tapal" userId="a032c3ea-8a9c-41df-97a3-e99d904a1afa" providerId="ADAL" clId="{ECDD860E-42F0-47F4-A247-9606F4C9BDBB}" dt="2026-09-30T08:37:12.617" v="26" actId="27636"/>
          <ac:spMkLst>
            <pc:docMk/>
            <pc:sldMk cId="1948760007" sldId="287"/>
            <ac:spMk id="6" creationId="{7362935F-E7BB-7963-C6E5-FC201B636BDE}"/>
          </ac:spMkLst>
        </pc:spChg>
        <pc:spChg chg="mod">
          <ac:chgData name="Punit Desai, Tapal" userId="a032c3ea-8a9c-41df-97a3-e99d904a1afa" providerId="ADAL" clId="{ECDD860E-42F0-47F4-A247-9606F4C9BDBB}" dt="2026-09-30T08:38:17.237" v="39" actId="207"/>
          <ac:spMkLst>
            <pc:docMk/>
            <pc:sldMk cId="1948760007" sldId="287"/>
            <ac:spMk id="8" creationId="{305FF135-B15A-71CC-455B-141F64AE11D0}"/>
          </ac:spMkLst>
        </pc:spChg>
        <pc:spChg chg="mod">
          <ac:chgData name="Punit Desai, Tapal" userId="a032c3ea-8a9c-41df-97a3-e99d904a1afa" providerId="ADAL" clId="{ECDD860E-42F0-47F4-A247-9606F4C9BDBB}" dt="2026-09-30T08:38:17.237" v="39" actId="207"/>
          <ac:spMkLst>
            <pc:docMk/>
            <pc:sldMk cId="1948760007" sldId="287"/>
            <ac:spMk id="10" creationId="{2C474FA5-CB2A-A604-F34E-1125E63546CF}"/>
          </ac:spMkLst>
        </pc:spChg>
        <pc:spChg chg="add mod">
          <ac:chgData name="Punit Desai, Tapal" userId="a032c3ea-8a9c-41df-97a3-e99d904a1afa" providerId="ADAL" clId="{ECDD860E-42F0-47F4-A247-9606F4C9BDBB}" dt="2026-09-30T08:38:39.818" v="43" actId="2711"/>
          <ac:spMkLst>
            <pc:docMk/>
            <pc:sldMk cId="1948760007" sldId="287"/>
            <ac:spMk id="12" creationId="{FB9CED3F-131F-78CA-DA8C-B69F678E302C}"/>
          </ac:spMkLst>
        </pc:spChg>
        <pc:spChg chg="add mod">
          <ac:chgData name="Punit Desai, Tapal" userId="a032c3ea-8a9c-41df-97a3-e99d904a1afa" providerId="ADAL" clId="{ECDD860E-42F0-47F4-A247-9606F4C9BDBB}" dt="2026-09-30T08:38:32.286" v="41" actId="207"/>
          <ac:spMkLst>
            <pc:docMk/>
            <pc:sldMk cId="1948760007" sldId="287"/>
            <ac:spMk id="14" creationId="{15DCEEF1-D220-926A-D799-03C0C0AAE754}"/>
          </ac:spMkLst>
        </pc:spChg>
        <pc:spChg chg="add mod">
          <ac:chgData name="Punit Desai, Tapal" userId="a032c3ea-8a9c-41df-97a3-e99d904a1afa" providerId="ADAL" clId="{ECDD860E-42F0-47F4-A247-9606F4C9BDBB}" dt="2026-09-30T08:37:33.649" v="28" actId="208"/>
          <ac:spMkLst>
            <pc:docMk/>
            <pc:sldMk cId="1948760007" sldId="287"/>
            <ac:spMk id="16" creationId="{56F50764-D312-5803-02B7-6AC570B9528F}"/>
          </ac:spMkLst>
        </pc:spChg>
        <pc:spChg chg="add mod">
          <ac:chgData name="Punit Desai, Tapal" userId="a032c3ea-8a9c-41df-97a3-e99d904a1afa" providerId="ADAL" clId="{ECDD860E-42F0-47F4-A247-9606F4C9BDBB}" dt="2026-09-30T08:37:12.559" v="24" actId="2711"/>
          <ac:spMkLst>
            <pc:docMk/>
            <pc:sldMk cId="1948760007" sldId="287"/>
            <ac:spMk id="18" creationId="{D4E4954C-4315-3CD1-43AD-252CDFB84AF0}"/>
          </ac:spMkLst>
        </pc:spChg>
        <pc:spChg chg="add mod">
          <ac:chgData name="Punit Desai, Tapal" userId="a032c3ea-8a9c-41df-97a3-e99d904a1afa" providerId="ADAL" clId="{ECDD860E-42F0-47F4-A247-9606F4C9BDBB}" dt="2026-09-30T08:37:12.559" v="24" actId="2711"/>
          <ac:spMkLst>
            <pc:docMk/>
            <pc:sldMk cId="1948760007" sldId="287"/>
            <ac:spMk id="20" creationId="{AB21F21F-F37A-BF11-C9D5-577DE11DF175}"/>
          </ac:spMkLst>
        </pc:spChg>
        <pc:spChg chg="mod">
          <ac:chgData name="Punit Desai, Tapal" userId="a032c3ea-8a9c-41df-97a3-e99d904a1afa" providerId="ADAL" clId="{ECDD860E-42F0-47F4-A247-9606F4C9BDBB}" dt="2026-09-30T08:37:36.042" v="29" actId="208"/>
          <ac:spMkLst>
            <pc:docMk/>
            <pc:sldMk cId="1948760007" sldId="287"/>
            <ac:spMk id="22" creationId="{A80F487D-C216-DF31-4FF0-B817EFE600EB}"/>
          </ac:spMkLst>
        </pc:spChg>
        <pc:spChg chg="add mod">
          <ac:chgData name="Punit Desai, Tapal" userId="a032c3ea-8a9c-41df-97a3-e99d904a1afa" providerId="ADAL" clId="{ECDD860E-42F0-47F4-A247-9606F4C9BDBB}" dt="2026-09-30T08:37:12.559" v="24" actId="2711"/>
          <ac:spMkLst>
            <pc:docMk/>
            <pc:sldMk cId="1948760007" sldId="287"/>
            <ac:spMk id="26" creationId="{18053865-FCD2-5E8E-074F-30F17F5FC17E}"/>
          </ac:spMkLst>
        </pc:spChg>
        <pc:spChg chg="add mod">
          <ac:chgData name="Punit Desai, Tapal" userId="a032c3ea-8a9c-41df-97a3-e99d904a1afa" providerId="ADAL" clId="{ECDD860E-42F0-47F4-A247-9606F4C9BDBB}" dt="2026-09-30T08:37:38.606" v="30" actId="208"/>
          <ac:spMkLst>
            <pc:docMk/>
            <pc:sldMk cId="1948760007" sldId="287"/>
            <ac:spMk id="28" creationId="{E085B834-53DF-7F83-255B-CD49CA5477B1}"/>
          </ac:spMkLst>
        </pc:spChg>
        <pc:spChg chg="add mod">
          <ac:chgData name="Punit Desai, Tapal" userId="a032c3ea-8a9c-41df-97a3-e99d904a1afa" providerId="ADAL" clId="{ECDD860E-42F0-47F4-A247-9606F4C9BDBB}" dt="2026-09-30T08:37:12.559" v="24" actId="2711"/>
          <ac:spMkLst>
            <pc:docMk/>
            <pc:sldMk cId="1948760007" sldId="287"/>
            <ac:spMk id="32" creationId="{8BC8F927-B9AE-8669-196B-EDADDF2B44A4}"/>
          </ac:spMkLst>
        </pc:spChg>
        <pc:spChg chg="mod">
          <ac:chgData name="Punit Desai, Tapal" userId="a032c3ea-8a9c-41df-97a3-e99d904a1afa" providerId="ADAL" clId="{ECDD860E-42F0-47F4-A247-9606F4C9BDBB}" dt="2026-09-30T08:46:07.911" v="114"/>
          <ac:spMkLst>
            <pc:docMk/>
            <pc:sldMk cId="1948760007" sldId="287"/>
            <ac:spMk id="34" creationId="{364F0E34-AAAA-1B93-614F-73C6FCB23F1B}"/>
          </ac:spMkLst>
        </pc:spChg>
        <pc:spChg chg="mod">
          <ac:chgData name="Punit Desai, Tapal" userId="a032c3ea-8a9c-41df-97a3-e99d904a1afa" providerId="ADAL" clId="{ECDD860E-42F0-47F4-A247-9606F4C9BDBB}" dt="2026-09-30T08:46:07.911" v="114"/>
          <ac:spMkLst>
            <pc:docMk/>
            <pc:sldMk cId="1948760007" sldId="287"/>
            <ac:spMk id="35" creationId="{80FFC4AB-A15D-4540-FC5A-D9E0122A284F}"/>
          </ac:spMkLst>
        </pc:spChg>
        <pc:spChg chg="mod">
          <ac:chgData name="Punit Desai, Tapal" userId="a032c3ea-8a9c-41df-97a3-e99d904a1afa" providerId="ADAL" clId="{ECDD860E-42F0-47F4-A247-9606F4C9BDBB}" dt="2026-09-30T08:46:07.911" v="114"/>
          <ac:spMkLst>
            <pc:docMk/>
            <pc:sldMk cId="1948760007" sldId="287"/>
            <ac:spMk id="36" creationId="{E83D9608-9CBA-1556-C2E7-84F3D17F7D6F}"/>
          </ac:spMkLst>
        </pc:spChg>
        <pc:spChg chg="mod">
          <ac:chgData name="Punit Desai, Tapal" userId="a032c3ea-8a9c-41df-97a3-e99d904a1afa" providerId="ADAL" clId="{ECDD860E-42F0-47F4-A247-9606F4C9BDBB}" dt="2026-09-30T08:46:07.911" v="114"/>
          <ac:spMkLst>
            <pc:docMk/>
            <pc:sldMk cId="1948760007" sldId="287"/>
            <ac:spMk id="37" creationId="{87353355-E7AE-4F09-FCB9-3B570D671A08}"/>
          </ac:spMkLst>
        </pc:spChg>
        <pc:spChg chg="mod">
          <ac:chgData name="Punit Desai, Tapal" userId="a032c3ea-8a9c-41df-97a3-e99d904a1afa" providerId="ADAL" clId="{ECDD860E-42F0-47F4-A247-9606F4C9BDBB}" dt="2026-09-30T08:46:07.911" v="114"/>
          <ac:spMkLst>
            <pc:docMk/>
            <pc:sldMk cId="1948760007" sldId="287"/>
            <ac:spMk id="38" creationId="{7E1D502D-049A-CBDE-554D-E9D107F010B9}"/>
          </ac:spMkLst>
        </pc:spChg>
        <pc:grpChg chg="add mod">
          <ac:chgData name="Punit Desai, Tapal" userId="a032c3ea-8a9c-41df-97a3-e99d904a1afa" providerId="ADAL" clId="{ECDD860E-42F0-47F4-A247-9606F4C9BDBB}" dt="2026-09-30T08:47:06.026" v="121" actId="14100"/>
          <ac:grpSpMkLst>
            <pc:docMk/>
            <pc:sldMk cId="1948760007" sldId="287"/>
            <ac:grpSpMk id="33" creationId="{7F165EBC-3B1E-BB9C-67B3-4FA205944ED1}"/>
          </ac:grpSpMkLst>
        </pc:grpChg>
      </pc:sldChg>
      <pc:sldChg chg="add">
        <pc:chgData name="Punit Desai, Tapal" userId="a032c3ea-8a9c-41df-97a3-e99d904a1afa" providerId="ADAL" clId="{ECDD860E-42F0-47F4-A247-9606F4C9BDBB}" dt="2026-09-30T08:35:37.131" v="0"/>
        <pc:sldMkLst>
          <pc:docMk/>
          <pc:sldMk cId="1061429821" sldId="309"/>
        </pc:sldMkLst>
      </pc:sldChg>
      <pc:sldChg chg="addSp delSp modSp add mod">
        <pc:chgData name="Punit Desai, Tapal" userId="a032c3ea-8a9c-41df-97a3-e99d904a1afa" providerId="ADAL" clId="{ECDD860E-42F0-47F4-A247-9606F4C9BDBB}" dt="2026-09-30T08:58:05.058" v="307" actId="207"/>
        <pc:sldMkLst>
          <pc:docMk/>
          <pc:sldMk cId="3826729619" sldId="2145706669"/>
        </pc:sldMkLst>
        <pc:spChg chg="add del mod">
          <ac:chgData name="Punit Desai, Tapal" userId="a032c3ea-8a9c-41df-97a3-e99d904a1afa" providerId="ADAL" clId="{ECDD860E-42F0-47F4-A247-9606F4C9BDBB}" dt="2026-09-30T08:42:34.608" v="79" actId="478"/>
          <ac:spMkLst>
            <pc:docMk/>
            <pc:sldMk cId="3826729619" sldId="2145706669"/>
            <ac:spMk id="3" creationId="{2E2BDE7C-7BE8-AEB5-17EA-469E1E4C4268}"/>
          </ac:spMkLst>
        </pc:spChg>
        <pc:spChg chg="add del mod">
          <ac:chgData name="Punit Desai, Tapal" userId="a032c3ea-8a9c-41df-97a3-e99d904a1afa" providerId="ADAL" clId="{ECDD860E-42F0-47F4-A247-9606F4C9BDBB}" dt="2026-09-30T08:42:34.608" v="79" actId="478"/>
          <ac:spMkLst>
            <pc:docMk/>
            <pc:sldMk cId="3826729619" sldId="2145706669"/>
            <ac:spMk id="5" creationId="{5E595F8C-FC90-7706-0341-1D5CD47FA208}"/>
          </ac:spMkLst>
        </pc:spChg>
        <pc:spChg chg="add del mod">
          <ac:chgData name="Punit Desai, Tapal" userId="a032c3ea-8a9c-41df-97a3-e99d904a1afa" providerId="ADAL" clId="{ECDD860E-42F0-47F4-A247-9606F4C9BDBB}" dt="2026-09-30T08:42:34.608" v="79" actId="478"/>
          <ac:spMkLst>
            <pc:docMk/>
            <pc:sldMk cId="3826729619" sldId="2145706669"/>
            <ac:spMk id="7" creationId="{9E4B1D30-6C7D-4BE3-1611-3C7791B0134E}"/>
          </ac:spMkLst>
        </pc:spChg>
        <pc:spChg chg="del">
          <ac:chgData name="Punit Desai, Tapal" userId="a032c3ea-8a9c-41df-97a3-e99d904a1afa" providerId="ADAL" clId="{ECDD860E-42F0-47F4-A247-9606F4C9BDBB}" dt="2026-09-30T08:42:30.808" v="78" actId="478"/>
          <ac:spMkLst>
            <pc:docMk/>
            <pc:sldMk cId="3826729619" sldId="2145706669"/>
            <ac:spMk id="8" creationId="{0F633997-1553-8599-836B-AFA29F1FCD4D}"/>
          </ac:spMkLst>
        </pc:spChg>
        <pc:spChg chg="del">
          <ac:chgData name="Punit Desai, Tapal" userId="a032c3ea-8a9c-41df-97a3-e99d904a1afa" providerId="ADAL" clId="{ECDD860E-42F0-47F4-A247-9606F4C9BDBB}" dt="2026-09-30T08:42:30.808" v="78" actId="478"/>
          <ac:spMkLst>
            <pc:docMk/>
            <pc:sldMk cId="3826729619" sldId="2145706669"/>
            <ac:spMk id="10" creationId="{D73CE788-2BB7-2D19-45CC-B49C3C529CBC}"/>
          </ac:spMkLst>
        </pc:spChg>
        <pc:spChg chg="add mod">
          <ac:chgData name="Punit Desai, Tapal" userId="a032c3ea-8a9c-41df-97a3-e99d904a1afa" providerId="ADAL" clId="{ECDD860E-42F0-47F4-A247-9606F4C9BDBB}" dt="2026-09-30T08:54:41.990" v="282" actId="207"/>
          <ac:spMkLst>
            <pc:docMk/>
            <pc:sldMk cId="3826729619" sldId="2145706669"/>
            <ac:spMk id="11" creationId="{2C403D3C-4B7F-DCFB-E42C-1E7AFED441DA}"/>
          </ac:spMkLst>
        </pc:spChg>
        <pc:spChg chg="mod">
          <ac:chgData name="Punit Desai, Tapal" userId="a032c3ea-8a9c-41df-97a3-e99d904a1afa" providerId="ADAL" clId="{ECDD860E-42F0-47F4-A247-9606F4C9BDBB}" dt="2026-09-30T08:57:21.545" v="304" actId="207"/>
          <ac:spMkLst>
            <pc:docMk/>
            <pc:sldMk cId="3826729619" sldId="2145706669"/>
            <ac:spMk id="13" creationId="{FD29857D-641E-0615-E104-645CA4526CE6}"/>
          </ac:spMkLst>
        </pc:spChg>
        <pc:spChg chg="del">
          <ac:chgData name="Punit Desai, Tapal" userId="a032c3ea-8a9c-41df-97a3-e99d904a1afa" providerId="ADAL" clId="{ECDD860E-42F0-47F4-A247-9606F4C9BDBB}" dt="2026-09-30T08:42:30.808" v="78" actId="478"/>
          <ac:spMkLst>
            <pc:docMk/>
            <pc:sldMk cId="3826729619" sldId="2145706669"/>
            <ac:spMk id="14" creationId="{1857440B-E53D-171E-E3CD-DC2F79BF3055}"/>
          </ac:spMkLst>
        </pc:spChg>
        <pc:spChg chg="mod">
          <ac:chgData name="Punit Desai, Tapal" userId="a032c3ea-8a9c-41df-97a3-e99d904a1afa" providerId="ADAL" clId="{ECDD860E-42F0-47F4-A247-9606F4C9BDBB}" dt="2026-09-30T08:53:00.244" v="267" actId="27636"/>
          <ac:spMkLst>
            <pc:docMk/>
            <pc:sldMk cId="3826729619" sldId="2145706669"/>
            <ac:spMk id="16" creationId="{B7F0C792-EDAF-38B2-984D-DC7B93CF6094}"/>
          </ac:spMkLst>
        </pc:spChg>
        <pc:spChg chg="mod">
          <ac:chgData name="Punit Desai, Tapal" userId="a032c3ea-8a9c-41df-97a3-e99d904a1afa" providerId="ADAL" clId="{ECDD860E-42F0-47F4-A247-9606F4C9BDBB}" dt="2026-09-30T08:57:18.076" v="303" actId="207"/>
          <ac:spMkLst>
            <pc:docMk/>
            <pc:sldMk cId="3826729619" sldId="2145706669"/>
            <ac:spMk id="18" creationId="{C86C988F-EF5D-AE78-F6BF-BD3D8AB524CC}"/>
          </ac:spMkLst>
        </pc:spChg>
        <pc:spChg chg="mod">
          <ac:chgData name="Punit Desai, Tapal" userId="a032c3ea-8a9c-41df-97a3-e99d904a1afa" providerId="ADAL" clId="{ECDD860E-42F0-47F4-A247-9606F4C9BDBB}" dt="2026-09-30T08:53:00.247" v="269" actId="27636"/>
          <ac:spMkLst>
            <pc:docMk/>
            <pc:sldMk cId="3826729619" sldId="2145706669"/>
            <ac:spMk id="20" creationId="{CA6336F6-4580-248E-BDA8-7B4E64081FB6}"/>
          </ac:spMkLst>
        </pc:spChg>
        <pc:spChg chg="add mod">
          <ac:chgData name="Punit Desai, Tapal" userId="a032c3ea-8a9c-41df-97a3-e99d904a1afa" providerId="ADAL" clId="{ECDD860E-42F0-47F4-A247-9606F4C9BDBB}" dt="2026-09-30T08:57:12.211" v="302" actId="207"/>
          <ac:spMkLst>
            <pc:docMk/>
            <pc:sldMk cId="3826729619" sldId="2145706669"/>
            <ac:spMk id="22" creationId="{A08B9667-202F-DA0B-F653-982D5F30466C}"/>
          </ac:spMkLst>
        </pc:spChg>
        <pc:spChg chg="add mod">
          <ac:chgData name="Punit Desai, Tapal" userId="a032c3ea-8a9c-41df-97a3-e99d904a1afa" providerId="ADAL" clId="{ECDD860E-42F0-47F4-A247-9606F4C9BDBB}" dt="2026-09-30T08:53:00.243" v="266" actId="27636"/>
          <ac:spMkLst>
            <pc:docMk/>
            <pc:sldMk cId="3826729619" sldId="2145706669"/>
            <ac:spMk id="24" creationId="{FAC88261-9248-8802-4CBB-4C1AF1D44AE7}"/>
          </ac:spMkLst>
        </pc:spChg>
        <pc:spChg chg="del">
          <ac:chgData name="Punit Desai, Tapal" userId="a032c3ea-8a9c-41df-97a3-e99d904a1afa" providerId="ADAL" clId="{ECDD860E-42F0-47F4-A247-9606F4C9BDBB}" dt="2026-09-30T08:42:34.608" v="79" actId="478"/>
          <ac:spMkLst>
            <pc:docMk/>
            <pc:sldMk cId="3826729619" sldId="2145706669"/>
            <ac:spMk id="26" creationId="{1F3761F2-0080-803D-4A06-0737A50C57EE}"/>
          </ac:spMkLst>
        </pc:spChg>
        <pc:spChg chg="del">
          <ac:chgData name="Punit Desai, Tapal" userId="a032c3ea-8a9c-41df-97a3-e99d904a1afa" providerId="ADAL" clId="{ECDD860E-42F0-47F4-A247-9606F4C9BDBB}" dt="2026-09-30T08:42:34.608" v="79" actId="478"/>
          <ac:spMkLst>
            <pc:docMk/>
            <pc:sldMk cId="3826729619" sldId="2145706669"/>
            <ac:spMk id="27" creationId="{3E56202C-5B2D-99F6-7B01-54C59BE2F566}"/>
          </ac:spMkLst>
        </pc:spChg>
        <pc:spChg chg="del">
          <ac:chgData name="Punit Desai, Tapal" userId="a032c3ea-8a9c-41df-97a3-e99d904a1afa" providerId="ADAL" clId="{ECDD860E-42F0-47F4-A247-9606F4C9BDBB}" dt="2026-09-30T08:42:34.608" v="79" actId="478"/>
          <ac:spMkLst>
            <pc:docMk/>
            <pc:sldMk cId="3826729619" sldId="2145706669"/>
            <ac:spMk id="28" creationId="{E5A23704-84CD-0E2E-A325-BD929F3CBCC3}"/>
          </ac:spMkLst>
        </pc:spChg>
        <pc:spChg chg="add mod">
          <ac:chgData name="Punit Desai, Tapal" userId="a032c3ea-8a9c-41df-97a3-e99d904a1afa" providerId="ADAL" clId="{ECDD860E-42F0-47F4-A247-9606F4C9BDBB}" dt="2026-09-30T08:57:03.844" v="301" actId="207"/>
          <ac:spMkLst>
            <pc:docMk/>
            <pc:sldMk cId="3826729619" sldId="2145706669"/>
            <ac:spMk id="29" creationId="{F97093DB-E125-093D-61E2-9E693AA0DC93}"/>
          </ac:spMkLst>
        </pc:spChg>
        <pc:spChg chg="mod">
          <ac:chgData name="Punit Desai, Tapal" userId="a032c3ea-8a9c-41df-97a3-e99d904a1afa" providerId="ADAL" clId="{ECDD860E-42F0-47F4-A247-9606F4C9BDBB}" dt="2026-09-30T08:53:27.467" v="271" actId="113"/>
          <ac:spMkLst>
            <pc:docMk/>
            <pc:sldMk cId="3826729619" sldId="2145706669"/>
            <ac:spMk id="31" creationId="{D3B47478-E70D-9182-EE9D-FAC65031BBAD}"/>
          </ac:spMkLst>
        </pc:spChg>
        <pc:spChg chg="add mod">
          <ac:chgData name="Punit Desai, Tapal" userId="a032c3ea-8a9c-41df-97a3-e99d904a1afa" providerId="ADAL" clId="{ECDD860E-42F0-47F4-A247-9606F4C9BDBB}" dt="2026-09-30T08:53:00.182" v="263" actId="2711"/>
          <ac:spMkLst>
            <pc:docMk/>
            <pc:sldMk cId="3826729619" sldId="2145706669"/>
            <ac:spMk id="33" creationId="{CD2EE270-E4FB-3441-0452-E5E17EF2F93D}"/>
          </ac:spMkLst>
        </pc:spChg>
        <pc:spChg chg="add mod">
          <ac:chgData name="Punit Desai, Tapal" userId="a032c3ea-8a9c-41df-97a3-e99d904a1afa" providerId="ADAL" clId="{ECDD860E-42F0-47F4-A247-9606F4C9BDBB}" dt="2026-09-30T08:53:00.182" v="263" actId="2711"/>
          <ac:spMkLst>
            <pc:docMk/>
            <pc:sldMk cId="3826729619" sldId="2145706669"/>
            <ac:spMk id="37" creationId="{4B755F4B-07E5-2FB5-C912-65887011FF5B}"/>
          </ac:spMkLst>
        </pc:spChg>
        <pc:spChg chg="add mod">
          <ac:chgData name="Punit Desai, Tapal" userId="a032c3ea-8a9c-41df-97a3-e99d904a1afa" providerId="ADAL" clId="{ECDD860E-42F0-47F4-A247-9606F4C9BDBB}" dt="2026-09-30T08:58:05.058" v="307" actId="207"/>
          <ac:spMkLst>
            <pc:docMk/>
            <pc:sldMk cId="3826729619" sldId="2145706669"/>
            <ac:spMk id="41" creationId="{2F189068-8414-C420-9666-E03B8D2CB398}"/>
          </ac:spMkLst>
        </pc:spChg>
        <pc:spChg chg="add mod">
          <ac:chgData name="Punit Desai, Tapal" userId="a032c3ea-8a9c-41df-97a3-e99d904a1afa" providerId="ADAL" clId="{ECDD860E-42F0-47F4-A247-9606F4C9BDBB}" dt="2026-09-30T08:56:55.596" v="300" actId="207"/>
          <ac:spMkLst>
            <pc:docMk/>
            <pc:sldMk cId="3826729619" sldId="2145706669"/>
            <ac:spMk id="43" creationId="{5248955F-B363-1172-F8F8-550E7A73487E}"/>
          </ac:spMkLst>
        </pc:spChg>
        <pc:spChg chg="mod">
          <ac:chgData name="Punit Desai, Tapal" userId="a032c3ea-8a9c-41df-97a3-e99d904a1afa" providerId="ADAL" clId="{ECDD860E-42F0-47F4-A247-9606F4C9BDBB}" dt="2026-09-30T08:57:35.639" v="306" actId="207"/>
          <ac:spMkLst>
            <pc:docMk/>
            <pc:sldMk cId="3826729619" sldId="2145706669"/>
            <ac:spMk id="47" creationId="{C25E2008-B69D-13B3-866E-A59B7479FE14}"/>
          </ac:spMkLst>
        </pc:spChg>
        <pc:spChg chg="add mod">
          <ac:chgData name="Punit Desai, Tapal" userId="a032c3ea-8a9c-41df-97a3-e99d904a1afa" providerId="ADAL" clId="{ECDD860E-42F0-47F4-A247-9606F4C9BDBB}" dt="2026-09-30T08:53:00.182" v="263" actId="2711"/>
          <ac:spMkLst>
            <pc:docMk/>
            <pc:sldMk cId="3826729619" sldId="2145706669"/>
            <ac:spMk id="49" creationId="{EFE9B206-6E82-BD2D-B550-89D7C791CA1E}"/>
          </ac:spMkLst>
        </pc:spChg>
        <pc:spChg chg="mod">
          <ac:chgData name="Punit Desai, Tapal" userId="a032c3ea-8a9c-41df-97a3-e99d904a1afa" providerId="ADAL" clId="{ECDD860E-42F0-47F4-A247-9606F4C9BDBB}" dt="2026-09-30T08:57:24.893" v="305" actId="207"/>
          <ac:spMkLst>
            <pc:docMk/>
            <pc:sldMk cId="3826729619" sldId="2145706669"/>
            <ac:spMk id="57" creationId="{EAA76F34-CC5A-639A-7239-1A5526347649}"/>
          </ac:spMkLst>
        </pc:spChg>
        <pc:spChg chg="mod">
          <ac:chgData name="Punit Desai, Tapal" userId="a032c3ea-8a9c-41df-97a3-e99d904a1afa" providerId="ADAL" clId="{ECDD860E-42F0-47F4-A247-9606F4C9BDBB}" dt="2026-09-30T08:53:00.241" v="265" actId="27636"/>
          <ac:spMkLst>
            <pc:docMk/>
            <pc:sldMk cId="3826729619" sldId="2145706669"/>
            <ac:spMk id="61" creationId="{B4C40599-135C-BC22-426E-664C02355C71}"/>
          </ac:spMkLst>
        </pc:spChg>
        <pc:spChg chg="add mod">
          <ac:chgData name="Punit Desai, Tapal" userId="a032c3ea-8a9c-41df-97a3-e99d904a1afa" providerId="ADAL" clId="{ECDD860E-42F0-47F4-A247-9606F4C9BDBB}" dt="2026-09-30T08:53:00.239" v="264" actId="27636"/>
          <ac:spMkLst>
            <pc:docMk/>
            <pc:sldMk cId="3826729619" sldId="2145706669"/>
            <ac:spMk id="63" creationId="{2ACD8641-0320-C2DF-C568-BD6E705F440C}"/>
          </ac:spMkLst>
        </pc:spChg>
      </pc:sldChg>
      <pc:sldChg chg="addSp delSp modSp new mod">
        <pc:chgData name="Punit Desai, Tapal" userId="a032c3ea-8a9c-41df-97a3-e99d904a1afa" providerId="ADAL" clId="{ECDD860E-42F0-47F4-A247-9606F4C9BDBB}" dt="2026-09-30T08:59:02.681" v="316" actId="207"/>
        <pc:sldMkLst>
          <pc:docMk/>
          <pc:sldMk cId="4260134648" sldId="2145706670"/>
        </pc:sldMkLst>
        <pc:spChg chg="del">
          <ac:chgData name="Punit Desai, Tapal" userId="a032c3ea-8a9c-41df-97a3-e99d904a1afa" providerId="ADAL" clId="{ECDD860E-42F0-47F4-A247-9606F4C9BDBB}" dt="2026-09-30T08:43:07.071" v="85" actId="478"/>
          <ac:spMkLst>
            <pc:docMk/>
            <pc:sldMk cId="4260134648" sldId="2145706670"/>
            <ac:spMk id="2" creationId="{43A7DCBB-4743-6F31-1A0E-1E8209FA73CE}"/>
          </ac:spMkLst>
        </pc:spChg>
        <pc:spChg chg="del">
          <ac:chgData name="Punit Desai, Tapal" userId="a032c3ea-8a9c-41df-97a3-e99d904a1afa" providerId="ADAL" clId="{ECDD860E-42F0-47F4-A247-9606F4C9BDBB}" dt="2026-09-30T08:43:07.071" v="85" actId="478"/>
          <ac:spMkLst>
            <pc:docMk/>
            <pc:sldMk cId="4260134648" sldId="2145706670"/>
            <ac:spMk id="3" creationId="{BE2947EF-2C2B-5277-C6A9-21CAC0154695}"/>
          </ac:spMkLst>
        </pc:spChg>
        <pc:spChg chg="del">
          <ac:chgData name="Punit Desai, Tapal" userId="a032c3ea-8a9c-41df-97a3-e99d904a1afa" providerId="ADAL" clId="{ECDD860E-42F0-47F4-A247-9606F4C9BDBB}" dt="2026-09-30T08:43:07.071" v="85" actId="478"/>
          <ac:spMkLst>
            <pc:docMk/>
            <pc:sldMk cId="4260134648" sldId="2145706670"/>
            <ac:spMk id="4" creationId="{5D21F056-9572-F03B-1C00-7DF643A6B463}"/>
          </ac:spMkLst>
        </pc:spChg>
        <pc:spChg chg="del">
          <ac:chgData name="Punit Desai, Tapal" userId="a032c3ea-8a9c-41df-97a3-e99d904a1afa" providerId="ADAL" clId="{ECDD860E-42F0-47F4-A247-9606F4C9BDBB}" dt="2026-09-30T08:43:07.071" v="85" actId="478"/>
          <ac:spMkLst>
            <pc:docMk/>
            <pc:sldMk cId="4260134648" sldId="2145706670"/>
            <ac:spMk id="5" creationId="{B5A28EE3-C6D3-7CC3-B993-C77BB5D6FB37}"/>
          </ac:spMkLst>
        </pc:spChg>
        <pc:spChg chg="del">
          <ac:chgData name="Punit Desai, Tapal" userId="a032c3ea-8a9c-41df-97a3-e99d904a1afa" providerId="ADAL" clId="{ECDD860E-42F0-47F4-A247-9606F4C9BDBB}" dt="2026-09-30T08:43:07.071" v="85" actId="478"/>
          <ac:spMkLst>
            <pc:docMk/>
            <pc:sldMk cId="4260134648" sldId="2145706670"/>
            <ac:spMk id="6" creationId="{C1605E24-199A-543A-AA3A-258E2B4245C8}"/>
          </ac:spMkLst>
        </pc:spChg>
        <pc:spChg chg="del">
          <ac:chgData name="Punit Desai, Tapal" userId="a032c3ea-8a9c-41df-97a3-e99d904a1afa" providerId="ADAL" clId="{ECDD860E-42F0-47F4-A247-9606F4C9BDBB}" dt="2026-09-30T08:43:07.071" v="85" actId="478"/>
          <ac:spMkLst>
            <pc:docMk/>
            <pc:sldMk cId="4260134648" sldId="2145706670"/>
            <ac:spMk id="7" creationId="{916B7F00-3763-47EE-8FA0-4F6887CACA4D}"/>
          </ac:spMkLst>
        </pc:spChg>
        <pc:spChg chg="mod">
          <ac:chgData name="Punit Desai, Tapal" userId="a032c3ea-8a9c-41df-97a3-e99d904a1afa" providerId="ADAL" clId="{ECDD860E-42F0-47F4-A247-9606F4C9BDBB}" dt="2026-09-30T08:58:52.051" v="314" actId="207"/>
          <ac:spMkLst>
            <pc:docMk/>
            <pc:sldMk cId="4260134648" sldId="2145706670"/>
            <ac:spMk id="11" creationId="{E2373AAC-A6ED-9396-0B78-9D0914C6AE3E}"/>
          </ac:spMkLst>
        </pc:spChg>
        <pc:spChg chg="add mod">
          <ac:chgData name="Punit Desai, Tapal" userId="a032c3ea-8a9c-41df-97a3-e99d904a1afa" providerId="ADAL" clId="{ECDD860E-42F0-47F4-A247-9606F4C9BDBB}" dt="2026-09-30T08:58:47.732" v="313" actId="207"/>
          <ac:spMkLst>
            <pc:docMk/>
            <pc:sldMk cId="4260134648" sldId="2145706670"/>
            <ac:spMk id="15" creationId="{0F10BC8B-4283-C4CE-F742-83F9BFA8D4B9}"/>
          </ac:spMkLst>
        </pc:spChg>
        <pc:spChg chg="mod">
          <ac:chgData name="Punit Desai, Tapal" userId="a032c3ea-8a9c-41df-97a3-e99d904a1afa" providerId="ADAL" clId="{ECDD860E-42F0-47F4-A247-9606F4C9BDBB}" dt="2026-09-30T08:58:43.735" v="312" actId="207"/>
          <ac:spMkLst>
            <pc:docMk/>
            <pc:sldMk cId="4260134648" sldId="2145706670"/>
            <ac:spMk id="19" creationId="{4A5630F3-914A-3090-322B-D6BE327731E9}"/>
          </ac:spMkLst>
        </pc:spChg>
        <pc:spChg chg="mod">
          <ac:chgData name="Punit Desai, Tapal" userId="a032c3ea-8a9c-41df-97a3-e99d904a1afa" providerId="ADAL" clId="{ECDD860E-42F0-47F4-A247-9606F4C9BDBB}" dt="2026-09-30T08:58:41.167" v="311" actId="207"/>
          <ac:spMkLst>
            <pc:docMk/>
            <pc:sldMk cId="4260134648" sldId="2145706670"/>
            <ac:spMk id="23" creationId="{607434C2-D4AA-EBC7-B9B2-7C942A9BA5E9}"/>
          </ac:spMkLst>
        </pc:spChg>
        <pc:spChg chg="add">
          <ac:chgData name="Punit Desai, Tapal" userId="a032c3ea-8a9c-41df-97a3-e99d904a1afa" providerId="ADAL" clId="{ECDD860E-42F0-47F4-A247-9606F4C9BDBB}" dt="2026-09-30T08:43:12.757" v="87" actId="22"/>
          <ac:spMkLst>
            <pc:docMk/>
            <pc:sldMk cId="4260134648" sldId="2145706670"/>
            <ac:spMk id="25" creationId="{6C0C2B39-65F7-4E60-2834-F6FC5100029E}"/>
          </ac:spMkLst>
        </pc:spChg>
        <pc:spChg chg="add">
          <ac:chgData name="Punit Desai, Tapal" userId="a032c3ea-8a9c-41df-97a3-e99d904a1afa" providerId="ADAL" clId="{ECDD860E-42F0-47F4-A247-9606F4C9BDBB}" dt="2026-09-30T08:43:12.757" v="87" actId="22"/>
          <ac:spMkLst>
            <pc:docMk/>
            <pc:sldMk cId="4260134648" sldId="2145706670"/>
            <ac:spMk id="29" creationId="{E6EEA1A1-37CC-850C-8CB8-2720BD09CA32}"/>
          </ac:spMkLst>
        </pc:spChg>
        <pc:spChg chg="add mod">
          <ac:chgData name="Punit Desai, Tapal" userId="a032c3ea-8a9c-41df-97a3-e99d904a1afa" providerId="ADAL" clId="{ECDD860E-42F0-47F4-A247-9606F4C9BDBB}" dt="2026-09-30T08:58:31.745" v="310" actId="207"/>
          <ac:spMkLst>
            <pc:docMk/>
            <pc:sldMk cId="4260134648" sldId="2145706670"/>
            <ac:spMk id="35" creationId="{C36D0C33-9CF5-3B92-E9FE-94B9B241A0E8}"/>
          </ac:spMkLst>
        </pc:spChg>
        <pc:spChg chg="add mod">
          <ac:chgData name="Punit Desai, Tapal" userId="a032c3ea-8a9c-41df-97a3-e99d904a1afa" providerId="ADAL" clId="{ECDD860E-42F0-47F4-A247-9606F4C9BDBB}" dt="2026-09-30T08:58:27.584" v="309" actId="207"/>
          <ac:spMkLst>
            <pc:docMk/>
            <pc:sldMk cId="4260134648" sldId="2145706670"/>
            <ac:spMk id="37" creationId="{831C2C6D-E99F-5F1E-87C6-58F6A7E33AC2}"/>
          </ac:spMkLst>
        </pc:spChg>
        <pc:spChg chg="add">
          <ac:chgData name="Punit Desai, Tapal" userId="a032c3ea-8a9c-41df-97a3-e99d904a1afa" providerId="ADAL" clId="{ECDD860E-42F0-47F4-A247-9606F4C9BDBB}" dt="2026-09-30T08:43:12.757" v="87" actId="22"/>
          <ac:spMkLst>
            <pc:docMk/>
            <pc:sldMk cId="4260134648" sldId="2145706670"/>
            <ac:spMk id="39" creationId="{D51A1A2C-3FB0-BDB5-75B0-8DA79595DD07}"/>
          </ac:spMkLst>
        </pc:spChg>
        <pc:spChg chg="add mod">
          <ac:chgData name="Punit Desai, Tapal" userId="a032c3ea-8a9c-41df-97a3-e99d904a1afa" providerId="ADAL" clId="{ECDD860E-42F0-47F4-A247-9606F4C9BDBB}" dt="2026-09-30T08:58:58.570" v="315" actId="207"/>
          <ac:spMkLst>
            <pc:docMk/>
            <pc:sldMk cId="4260134648" sldId="2145706670"/>
            <ac:spMk id="41" creationId="{1D038075-21C7-72C4-E48F-C081D13F7959}"/>
          </ac:spMkLst>
        </pc:spChg>
        <pc:spChg chg="mod">
          <ac:chgData name="Punit Desai, Tapal" userId="a032c3ea-8a9c-41df-97a3-e99d904a1afa" providerId="ADAL" clId="{ECDD860E-42F0-47F4-A247-9606F4C9BDBB}" dt="2026-09-30T08:59:02.681" v="316" actId="207"/>
          <ac:spMkLst>
            <pc:docMk/>
            <pc:sldMk cId="4260134648" sldId="2145706670"/>
            <ac:spMk id="51" creationId="{A3C52B60-40E7-13A0-72DE-FDD9D53894B4}"/>
          </ac:spMkLst>
        </pc:spChg>
        <pc:spChg chg="add">
          <ac:chgData name="Punit Desai, Tapal" userId="a032c3ea-8a9c-41df-97a3-e99d904a1afa" providerId="ADAL" clId="{ECDD860E-42F0-47F4-A247-9606F4C9BDBB}" dt="2026-09-30T08:43:12.757" v="87" actId="22"/>
          <ac:spMkLst>
            <pc:docMk/>
            <pc:sldMk cId="4260134648" sldId="2145706670"/>
            <ac:spMk id="55" creationId="{7889E089-F506-1971-B34B-8492F15F1C6C}"/>
          </ac:spMkLst>
        </pc:spChg>
        <pc:spChg chg="add">
          <ac:chgData name="Punit Desai, Tapal" userId="a032c3ea-8a9c-41df-97a3-e99d904a1afa" providerId="ADAL" clId="{ECDD860E-42F0-47F4-A247-9606F4C9BDBB}" dt="2026-09-30T08:43:12.757" v="87" actId="22"/>
          <ac:spMkLst>
            <pc:docMk/>
            <pc:sldMk cId="4260134648" sldId="2145706670"/>
            <ac:spMk id="57" creationId="{863BC793-E2F6-34EB-9052-A3FE42A76C9E}"/>
          </ac:spMkLst>
        </pc:spChg>
        <pc:spChg chg="add">
          <ac:chgData name="Punit Desai, Tapal" userId="a032c3ea-8a9c-41df-97a3-e99d904a1afa" providerId="ADAL" clId="{ECDD860E-42F0-47F4-A247-9606F4C9BDBB}" dt="2026-09-30T08:43:12.757" v="87" actId="22"/>
          <ac:spMkLst>
            <pc:docMk/>
            <pc:sldMk cId="4260134648" sldId="2145706670"/>
            <ac:spMk id="59" creationId="{F8BF708D-EE92-3855-7735-8280CEE4544D}"/>
          </ac:spMkLst>
        </pc:spChg>
      </pc:sldChg>
      <pc:sldChg chg="addSp modSp add mod">
        <pc:chgData name="Punit Desai, Tapal" userId="a032c3ea-8a9c-41df-97a3-e99d904a1afa" providerId="ADAL" clId="{ECDD860E-42F0-47F4-A247-9606F4C9BDBB}" dt="2026-09-30T08:59:54.721" v="323" actId="207"/>
        <pc:sldMkLst>
          <pc:docMk/>
          <pc:sldMk cId="1136921496" sldId="2145706671"/>
        </pc:sldMkLst>
        <pc:spChg chg="add mod">
          <ac:chgData name="Punit Desai, Tapal" userId="a032c3ea-8a9c-41df-97a3-e99d904a1afa" providerId="ADAL" clId="{ECDD860E-42F0-47F4-A247-9606F4C9BDBB}" dt="2026-09-30T08:59:28.328" v="317" actId="207"/>
          <ac:spMkLst>
            <pc:docMk/>
            <pc:sldMk cId="1136921496" sldId="2145706671"/>
            <ac:spMk id="5" creationId="{7D62DCA4-0BCF-2AA7-1ACB-E60D5D7E4889}"/>
          </ac:spMkLst>
        </pc:spChg>
        <pc:spChg chg="mod">
          <ac:chgData name="Punit Desai, Tapal" userId="a032c3ea-8a9c-41df-97a3-e99d904a1afa" providerId="ADAL" clId="{ECDD860E-42F0-47F4-A247-9606F4C9BDBB}" dt="2026-09-30T08:59:32.213" v="318" actId="207"/>
          <ac:spMkLst>
            <pc:docMk/>
            <pc:sldMk cId="1136921496" sldId="2145706671"/>
            <ac:spMk id="9" creationId="{E77091C9-8154-B820-A453-82D9ECCF2314}"/>
          </ac:spMkLst>
        </pc:spChg>
        <pc:spChg chg="add">
          <ac:chgData name="Punit Desai, Tapal" userId="a032c3ea-8a9c-41df-97a3-e99d904a1afa" providerId="ADAL" clId="{ECDD860E-42F0-47F4-A247-9606F4C9BDBB}" dt="2026-09-30T08:47:41.862" v="126" actId="22"/>
          <ac:spMkLst>
            <pc:docMk/>
            <pc:sldMk cId="1136921496" sldId="2145706671"/>
            <ac:spMk id="11" creationId="{1A08A1AD-D2F7-F073-0E80-84737682A29F}"/>
          </ac:spMkLst>
        </pc:spChg>
        <pc:spChg chg="add mod">
          <ac:chgData name="Punit Desai, Tapal" userId="a032c3ea-8a9c-41df-97a3-e99d904a1afa" providerId="ADAL" clId="{ECDD860E-42F0-47F4-A247-9606F4C9BDBB}" dt="2026-09-30T08:59:38.393" v="319" actId="207"/>
          <ac:spMkLst>
            <pc:docMk/>
            <pc:sldMk cId="1136921496" sldId="2145706671"/>
            <ac:spMk id="13" creationId="{2B8793A6-1C2A-935B-DCAA-23D80701DB1E}"/>
          </ac:spMkLst>
        </pc:spChg>
        <pc:spChg chg="add">
          <ac:chgData name="Punit Desai, Tapal" userId="a032c3ea-8a9c-41df-97a3-e99d904a1afa" providerId="ADAL" clId="{ECDD860E-42F0-47F4-A247-9606F4C9BDBB}" dt="2026-09-30T08:47:41.862" v="126" actId="22"/>
          <ac:spMkLst>
            <pc:docMk/>
            <pc:sldMk cId="1136921496" sldId="2145706671"/>
            <ac:spMk id="15" creationId="{21A10E8B-7AFC-260E-7924-E33F16314329}"/>
          </ac:spMkLst>
        </pc:spChg>
        <pc:spChg chg="add mod">
          <ac:chgData name="Punit Desai, Tapal" userId="a032c3ea-8a9c-41df-97a3-e99d904a1afa" providerId="ADAL" clId="{ECDD860E-42F0-47F4-A247-9606F4C9BDBB}" dt="2026-09-30T08:59:41.012" v="320" actId="207"/>
          <ac:spMkLst>
            <pc:docMk/>
            <pc:sldMk cId="1136921496" sldId="2145706671"/>
            <ac:spMk id="17" creationId="{75063732-8EE4-FDF4-21AF-15B88D590CF8}"/>
          </ac:spMkLst>
        </pc:spChg>
        <pc:spChg chg="add">
          <ac:chgData name="Punit Desai, Tapal" userId="a032c3ea-8a9c-41df-97a3-e99d904a1afa" providerId="ADAL" clId="{ECDD860E-42F0-47F4-A247-9606F4C9BDBB}" dt="2026-09-30T08:47:41.862" v="126" actId="22"/>
          <ac:spMkLst>
            <pc:docMk/>
            <pc:sldMk cId="1136921496" sldId="2145706671"/>
            <ac:spMk id="19" creationId="{A83194E2-D020-F138-133C-149DBDE22FD1}"/>
          </ac:spMkLst>
        </pc:spChg>
        <pc:spChg chg="add">
          <ac:chgData name="Punit Desai, Tapal" userId="a032c3ea-8a9c-41df-97a3-e99d904a1afa" providerId="ADAL" clId="{ECDD860E-42F0-47F4-A247-9606F4C9BDBB}" dt="2026-09-30T08:47:41.862" v="126" actId="22"/>
          <ac:spMkLst>
            <pc:docMk/>
            <pc:sldMk cId="1136921496" sldId="2145706671"/>
            <ac:spMk id="23" creationId="{C375D8B8-E0E5-BF56-8EAD-3C636D54574B}"/>
          </ac:spMkLst>
        </pc:spChg>
        <pc:spChg chg="mod">
          <ac:chgData name="Punit Desai, Tapal" userId="a032c3ea-8a9c-41df-97a3-e99d904a1afa" providerId="ADAL" clId="{ECDD860E-42F0-47F4-A247-9606F4C9BDBB}" dt="2026-09-30T08:59:45.418" v="321" actId="207"/>
          <ac:spMkLst>
            <pc:docMk/>
            <pc:sldMk cId="1136921496" sldId="2145706671"/>
            <ac:spMk id="29" creationId="{15293CF3-D8C9-0A33-97C3-896147EFA8DB}"/>
          </ac:spMkLst>
        </pc:spChg>
        <pc:spChg chg="add">
          <ac:chgData name="Punit Desai, Tapal" userId="a032c3ea-8a9c-41df-97a3-e99d904a1afa" providerId="ADAL" clId="{ECDD860E-42F0-47F4-A247-9606F4C9BDBB}" dt="2026-09-30T08:47:41.862" v="126" actId="22"/>
          <ac:spMkLst>
            <pc:docMk/>
            <pc:sldMk cId="1136921496" sldId="2145706671"/>
            <ac:spMk id="31" creationId="{81460002-25C2-4642-161C-489A44D24427}"/>
          </ac:spMkLst>
        </pc:spChg>
        <pc:spChg chg="add">
          <ac:chgData name="Punit Desai, Tapal" userId="a032c3ea-8a9c-41df-97a3-e99d904a1afa" providerId="ADAL" clId="{ECDD860E-42F0-47F4-A247-9606F4C9BDBB}" dt="2026-09-30T08:47:41.862" v="126" actId="22"/>
          <ac:spMkLst>
            <pc:docMk/>
            <pc:sldMk cId="1136921496" sldId="2145706671"/>
            <ac:spMk id="33" creationId="{83171146-D4E0-D230-930D-7E91AFC63EB9}"/>
          </ac:spMkLst>
        </pc:spChg>
        <pc:spChg chg="mod">
          <ac:chgData name="Punit Desai, Tapal" userId="a032c3ea-8a9c-41df-97a3-e99d904a1afa" providerId="ADAL" clId="{ECDD860E-42F0-47F4-A247-9606F4C9BDBB}" dt="2026-09-30T08:59:50.920" v="322" actId="207"/>
          <ac:spMkLst>
            <pc:docMk/>
            <pc:sldMk cId="1136921496" sldId="2145706671"/>
            <ac:spMk id="35" creationId="{5397D6A0-48CE-FEB6-434E-63E2798F514E}"/>
          </ac:spMkLst>
        </pc:spChg>
        <pc:spChg chg="mod">
          <ac:chgData name="Punit Desai, Tapal" userId="a032c3ea-8a9c-41df-97a3-e99d904a1afa" providerId="ADAL" clId="{ECDD860E-42F0-47F4-A247-9606F4C9BDBB}" dt="2026-09-30T08:59:54.721" v="323" actId="207"/>
          <ac:spMkLst>
            <pc:docMk/>
            <pc:sldMk cId="1136921496" sldId="2145706671"/>
            <ac:spMk id="45" creationId="{04DA8B52-2857-EBE4-96CD-9DBD4CEA9725}"/>
          </ac:spMkLst>
        </pc:spChg>
        <pc:spChg chg="add">
          <ac:chgData name="Punit Desai, Tapal" userId="a032c3ea-8a9c-41df-97a3-e99d904a1afa" providerId="ADAL" clId="{ECDD860E-42F0-47F4-A247-9606F4C9BDBB}" dt="2026-09-30T08:47:41.862" v="126" actId="22"/>
          <ac:spMkLst>
            <pc:docMk/>
            <pc:sldMk cId="1136921496" sldId="2145706671"/>
            <ac:spMk id="47" creationId="{2639F620-C7E7-86A9-A3A1-8C4465709B5B}"/>
          </ac:spMkLst>
        </pc:spChg>
      </pc:sldChg>
      <pc:sldChg chg="addSp modSp add mod">
        <pc:chgData name="Punit Desai, Tapal" userId="a032c3ea-8a9c-41df-97a3-e99d904a1afa" providerId="ADAL" clId="{ECDD860E-42F0-47F4-A247-9606F4C9BDBB}" dt="2026-09-30T09:01:07.582" v="330" actId="207"/>
        <pc:sldMkLst>
          <pc:docMk/>
          <pc:sldMk cId="2997060117" sldId="2145706672"/>
        </pc:sldMkLst>
        <pc:spChg chg="mod">
          <ac:chgData name="Punit Desai, Tapal" userId="a032c3ea-8a9c-41df-97a3-e99d904a1afa" providerId="ADAL" clId="{ECDD860E-42F0-47F4-A247-9606F4C9BDBB}" dt="2026-09-30T09:00:18.455" v="324" actId="207"/>
          <ac:spMkLst>
            <pc:docMk/>
            <pc:sldMk cId="2997060117" sldId="2145706672"/>
            <ac:spMk id="5" creationId="{680EAD58-08BB-602D-2F81-1EE84244F683}"/>
          </ac:spMkLst>
        </pc:spChg>
        <pc:spChg chg="mod">
          <ac:chgData name="Punit Desai, Tapal" userId="a032c3ea-8a9c-41df-97a3-e99d904a1afa" providerId="ADAL" clId="{ECDD860E-42F0-47F4-A247-9606F4C9BDBB}" dt="2026-09-30T09:00:22.456" v="325" actId="207"/>
          <ac:spMkLst>
            <pc:docMk/>
            <pc:sldMk cId="2997060117" sldId="2145706672"/>
            <ac:spMk id="9" creationId="{E2FE969A-BD1C-D702-15B4-4EA43B20AB3B}"/>
          </ac:spMkLst>
        </pc:spChg>
        <pc:spChg chg="mod">
          <ac:chgData name="Punit Desai, Tapal" userId="a032c3ea-8a9c-41df-97a3-e99d904a1afa" providerId="ADAL" clId="{ECDD860E-42F0-47F4-A247-9606F4C9BDBB}" dt="2026-09-30T09:00:29.884" v="326" actId="207"/>
          <ac:spMkLst>
            <pc:docMk/>
            <pc:sldMk cId="2997060117" sldId="2145706672"/>
            <ac:spMk id="13" creationId="{2B101576-6CB5-8121-5036-680494E9F256}"/>
          </ac:spMkLst>
        </pc:spChg>
        <pc:spChg chg="mod">
          <ac:chgData name="Punit Desai, Tapal" userId="a032c3ea-8a9c-41df-97a3-e99d904a1afa" providerId="ADAL" clId="{ECDD860E-42F0-47F4-A247-9606F4C9BDBB}" dt="2026-09-30T09:00:33.250" v="327" actId="207"/>
          <ac:spMkLst>
            <pc:docMk/>
            <pc:sldMk cId="2997060117" sldId="2145706672"/>
            <ac:spMk id="17" creationId="{AA7562FD-E062-BCEF-8020-897BF82582D4}"/>
          </ac:spMkLst>
        </pc:spChg>
        <pc:spChg chg="add">
          <ac:chgData name="Punit Desai, Tapal" userId="a032c3ea-8a9c-41df-97a3-e99d904a1afa" providerId="ADAL" clId="{ECDD860E-42F0-47F4-A247-9606F4C9BDBB}" dt="2026-09-30T08:48:12.389" v="134" actId="22"/>
          <ac:spMkLst>
            <pc:docMk/>
            <pc:sldMk cId="2997060117" sldId="2145706672"/>
            <ac:spMk id="19" creationId="{8B4F2D86-2178-96FB-B90B-9171393D74BF}"/>
          </ac:spMkLst>
        </pc:spChg>
        <pc:spChg chg="add">
          <ac:chgData name="Punit Desai, Tapal" userId="a032c3ea-8a9c-41df-97a3-e99d904a1afa" providerId="ADAL" clId="{ECDD860E-42F0-47F4-A247-9606F4C9BDBB}" dt="2026-09-30T08:48:12.389" v="134" actId="22"/>
          <ac:spMkLst>
            <pc:docMk/>
            <pc:sldMk cId="2997060117" sldId="2145706672"/>
            <ac:spMk id="21" creationId="{D6DCAA3B-CBCD-39B4-7C65-421950F0BDC4}"/>
          </ac:spMkLst>
        </pc:spChg>
        <pc:spChg chg="add">
          <ac:chgData name="Punit Desai, Tapal" userId="a032c3ea-8a9c-41df-97a3-e99d904a1afa" providerId="ADAL" clId="{ECDD860E-42F0-47F4-A247-9606F4C9BDBB}" dt="2026-09-30T08:48:12.389" v="134" actId="22"/>
          <ac:spMkLst>
            <pc:docMk/>
            <pc:sldMk cId="2997060117" sldId="2145706672"/>
            <ac:spMk id="23" creationId="{04C20EE7-643F-70F4-AC09-5DE6665CC4CF}"/>
          </ac:spMkLst>
        </pc:spChg>
        <pc:spChg chg="add">
          <ac:chgData name="Punit Desai, Tapal" userId="a032c3ea-8a9c-41df-97a3-e99d904a1afa" providerId="ADAL" clId="{ECDD860E-42F0-47F4-A247-9606F4C9BDBB}" dt="2026-09-30T08:48:12.389" v="134" actId="22"/>
          <ac:spMkLst>
            <pc:docMk/>
            <pc:sldMk cId="2997060117" sldId="2145706672"/>
            <ac:spMk id="25" creationId="{5DAD288F-4F84-5592-4C32-E57D39ABA147}"/>
          </ac:spMkLst>
        </pc:spChg>
        <pc:spChg chg="add mod">
          <ac:chgData name="Punit Desai, Tapal" userId="a032c3ea-8a9c-41df-97a3-e99d904a1afa" providerId="ADAL" clId="{ECDD860E-42F0-47F4-A247-9606F4C9BDBB}" dt="2026-09-30T09:00:37.458" v="328" actId="207"/>
          <ac:spMkLst>
            <pc:docMk/>
            <pc:sldMk cId="2997060117" sldId="2145706672"/>
            <ac:spMk id="29" creationId="{F04F164F-7415-60F1-2339-F76712710255}"/>
          </ac:spMkLst>
        </pc:spChg>
        <pc:spChg chg="mod">
          <ac:chgData name="Punit Desai, Tapal" userId="a032c3ea-8a9c-41df-97a3-e99d904a1afa" providerId="ADAL" clId="{ECDD860E-42F0-47F4-A247-9606F4C9BDBB}" dt="2026-09-30T09:01:02.484" v="329" actId="207"/>
          <ac:spMkLst>
            <pc:docMk/>
            <pc:sldMk cId="2997060117" sldId="2145706672"/>
            <ac:spMk id="35" creationId="{FC908971-ED4C-581B-7845-E6FE80492B95}"/>
          </ac:spMkLst>
        </pc:spChg>
        <pc:spChg chg="add">
          <ac:chgData name="Punit Desai, Tapal" userId="a032c3ea-8a9c-41df-97a3-e99d904a1afa" providerId="ADAL" clId="{ECDD860E-42F0-47F4-A247-9606F4C9BDBB}" dt="2026-09-30T08:48:12.389" v="134" actId="22"/>
          <ac:spMkLst>
            <pc:docMk/>
            <pc:sldMk cId="2997060117" sldId="2145706672"/>
            <ac:spMk id="39" creationId="{0304A54F-4D3B-61E0-5ADD-79B8649EA415}"/>
          </ac:spMkLst>
        </pc:spChg>
        <pc:spChg chg="add">
          <ac:chgData name="Punit Desai, Tapal" userId="a032c3ea-8a9c-41df-97a3-e99d904a1afa" providerId="ADAL" clId="{ECDD860E-42F0-47F4-A247-9606F4C9BDBB}" dt="2026-09-30T08:48:12.389" v="134" actId="22"/>
          <ac:spMkLst>
            <pc:docMk/>
            <pc:sldMk cId="2997060117" sldId="2145706672"/>
            <ac:spMk id="41" creationId="{BFFD6B67-0412-A4FA-CAA2-1F1BA1784B9F}"/>
          </ac:spMkLst>
        </pc:spChg>
        <pc:spChg chg="add mod">
          <ac:chgData name="Punit Desai, Tapal" userId="a032c3ea-8a9c-41df-97a3-e99d904a1afa" providerId="ADAL" clId="{ECDD860E-42F0-47F4-A247-9606F4C9BDBB}" dt="2026-09-30T09:01:07.582" v="330" actId="207"/>
          <ac:spMkLst>
            <pc:docMk/>
            <pc:sldMk cId="2997060117" sldId="2145706672"/>
            <ac:spMk id="45" creationId="{56ACEB9D-CF6F-D8A9-9870-509265A0B1ED}"/>
          </ac:spMkLst>
        </pc:spChg>
        <pc:spChg chg="add">
          <ac:chgData name="Punit Desai, Tapal" userId="a032c3ea-8a9c-41df-97a3-e99d904a1afa" providerId="ADAL" clId="{ECDD860E-42F0-47F4-A247-9606F4C9BDBB}" dt="2026-09-30T08:48:12.389" v="134" actId="22"/>
          <ac:spMkLst>
            <pc:docMk/>
            <pc:sldMk cId="2997060117" sldId="2145706672"/>
            <ac:spMk id="47" creationId="{B4A4B56E-EFD3-2A65-C38F-8572CB0D3108}"/>
          </ac:spMkLst>
        </pc:spChg>
        <pc:spChg chg="add">
          <ac:chgData name="Punit Desai, Tapal" userId="a032c3ea-8a9c-41df-97a3-e99d904a1afa" providerId="ADAL" clId="{ECDD860E-42F0-47F4-A247-9606F4C9BDBB}" dt="2026-09-30T08:48:12.389" v="134" actId="22"/>
          <ac:spMkLst>
            <pc:docMk/>
            <pc:sldMk cId="2997060117" sldId="2145706672"/>
            <ac:spMk id="51" creationId="{8EEC817E-868C-3525-FEBF-2B391B44CF71}"/>
          </ac:spMkLst>
        </pc:spChg>
      </pc:sldChg>
      <pc:sldChg chg="addSp delSp modSp new mod">
        <pc:chgData name="Punit Desai, Tapal" userId="a032c3ea-8a9c-41df-97a3-e99d904a1afa" providerId="ADAL" clId="{ECDD860E-42F0-47F4-A247-9606F4C9BDBB}" dt="2026-09-30T09:01:52.537" v="337" actId="207"/>
        <pc:sldMkLst>
          <pc:docMk/>
          <pc:sldMk cId="2909673443" sldId="2145706673"/>
        </pc:sldMkLst>
        <pc:spChg chg="del">
          <ac:chgData name="Punit Desai, Tapal" userId="a032c3ea-8a9c-41df-97a3-e99d904a1afa" providerId="ADAL" clId="{ECDD860E-42F0-47F4-A247-9606F4C9BDBB}" dt="2026-09-30T08:48:21.667" v="135" actId="478"/>
          <ac:spMkLst>
            <pc:docMk/>
            <pc:sldMk cId="2909673443" sldId="2145706673"/>
            <ac:spMk id="2" creationId="{6E6D30DC-20A6-7643-18CA-FDD0FC103986}"/>
          </ac:spMkLst>
        </pc:spChg>
        <pc:spChg chg="del">
          <ac:chgData name="Punit Desai, Tapal" userId="a032c3ea-8a9c-41df-97a3-e99d904a1afa" providerId="ADAL" clId="{ECDD860E-42F0-47F4-A247-9606F4C9BDBB}" dt="2026-09-30T08:48:21.667" v="135" actId="478"/>
          <ac:spMkLst>
            <pc:docMk/>
            <pc:sldMk cId="2909673443" sldId="2145706673"/>
            <ac:spMk id="3" creationId="{8980515C-E4D4-20F2-5F06-182EB8503FC0}"/>
          </ac:spMkLst>
        </pc:spChg>
        <pc:spChg chg="del">
          <ac:chgData name="Punit Desai, Tapal" userId="a032c3ea-8a9c-41df-97a3-e99d904a1afa" providerId="ADAL" clId="{ECDD860E-42F0-47F4-A247-9606F4C9BDBB}" dt="2026-09-30T08:48:21.667" v="135" actId="478"/>
          <ac:spMkLst>
            <pc:docMk/>
            <pc:sldMk cId="2909673443" sldId="2145706673"/>
            <ac:spMk id="4" creationId="{F9566629-AED9-3BAD-606D-2D6C6E759AE7}"/>
          </ac:spMkLst>
        </pc:spChg>
        <pc:spChg chg="del">
          <ac:chgData name="Punit Desai, Tapal" userId="a032c3ea-8a9c-41df-97a3-e99d904a1afa" providerId="ADAL" clId="{ECDD860E-42F0-47F4-A247-9606F4C9BDBB}" dt="2026-09-30T08:48:21.667" v="135" actId="478"/>
          <ac:spMkLst>
            <pc:docMk/>
            <pc:sldMk cId="2909673443" sldId="2145706673"/>
            <ac:spMk id="5" creationId="{EDCEE548-ADD2-F649-B3CA-17715F36F1DE}"/>
          </ac:spMkLst>
        </pc:spChg>
        <pc:spChg chg="del">
          <ac:chgData name="Punit Desai, Tapal" userId="a032c3ea-8a9c-41df-97a3-e99d904a1afa" providerId="ADAL" clId="{ECDD860E-42F0-47F4-A247-9606F4C9BDBB}" dt="2026-09-30T08:48:21.667" v="135" actId="478"/>
          <ac:spMkLst>
            <pc:docMk/>
            <pc:sldMk cId="2909673443" sldId="2145706673"/>
            <ac:spMk id="6" creationId="{53F7C528-94E0-671C-49B7-DCA461EF51D1}"/>
          </ac:spMkLst>
        </pc:spChg>
        <pc:spChg chg="del">
          <ac:chgData name="Punit Desai, Tapal" userId="a032c3ea-8a9c-41df-97a3-e99d904a1afa" providerId="ADAL" clId="{ECDD860E-42F0-47F4-A247-9606F4C9BDBB}" dt="2026-09-30T08:48:21.667" v="135" actId="478"/>
          <ac:spMkLst>
            <pc:docMk/>
            <pc:sldMk cId="2909673443" sldId="2145706673"/>
            <ac:spMk id="7" creationId="{3CED9E5F-A905-E588-9956-2885101A390C}"/>
          </ac:spMkLst>
        </pc:spChg>
        <pc:spChg chg="mod">
          <ac:chgData name="Punit Desai, Tapal" userId="a032c3ea-8a9c-41df-97a3-e99d904a1afa" providerId="ADAL" clId="{ECDD860E-42F0-47F4-A247-9606F4C9BDBB}" dt="2026-09-30T09:01:35.985" v="334" actId="207"/>
          <ac:spMkLst>
            <pc:docMk/>
            <pc:sldMk cId="2909673443" sldId="2145706673"/>
            <ac:spMk id="11" creationId="{B16B4164-3126-443D-0363-50BB909DC16D}"/>
          </ac:spMkLst>
        </pc:spChg>
        <pc:spChg chg="mod">
          <ac:chgData name="Punit Desai, Tapal" userId="a032c3ea-8a9c-41df-97a3-e99d904a1afa" providerId="ADAL" clId="{ECDD860E-42F0-47F4-A247-9606F4C9BDBB}" dt="2026-09-30T09:01:31.327" v="333" actId="207"/>
          <ac:spMkLst>
            <pc:docMk/>
            <pc:sldMk cId="2909673443" sldId="2145706673"/>
            <ac:spMk id="15" creationId="{CE2C6D1C-08DD-46F8-41F8-A996C30C3D60}"/>
          </ac:spMkLst>
        </pc:spChg>
        <pc:spChg chg="add">
          <ac:chgData name="Punit Desai, Tapal" userId="a032c3ea-8a9c-41df-97a3-e99d904a1afa" providerId="ADAL" clId="{ECDD860E-42F0-47F4-A247-9606F4C9BDBB}" dt="2026-09-30T08:48:40.050" v="139" actId="22"/>
          <ac:spMkLst>
            <pc:docMk/>
            <pc:sldMk cId="2909673443" sldId="2145706673"/>
            <ac:spMk id="17" creationId="{8D6A44C7-06BC-8DF5-46DD-3436F59229CB}"/>
          </ac:spMkLst>
        </pc:spChg>
        <pc:spChg chg="mod">
          <ac:chgData name="Punit Desai, Tapal" userId="a032c3ea-8a9c-41df-97a3-e99d904a1afa" providerId="ADAL" clId="{ECDD860E-42F0-47F4-A247-9606F4C9BDBB}" dt="2026-09-30T09:01:23.476" v="331" actId="207"/>
          <ac:spMkLst>
            <pc:docMk/>
            <pc:sldMk cId="2909673443" sldId="2145706673"/>
            <ac:spMk id="19" creationId="{C3A89BD4-58E3-3A21-28E5-9CDBCD759CDA}"/>
          </ac:spMkLst>
        </pc:spChg>
        <pc:spChg chg="mod">
          <ac:chgData name="Punit Desai, Tapal" userId="a032c3ea-8a9c-41df-97a3-e99d904a1afa" providerId="ADAL" clId="{ECDD860E-42F0-47F4-A247-9606F4C9BDBB}" dt="2026-09-30T09:01:26.369" v="332" actId="207"/>
          <ac:spMkLst>
            <pc:docMk/>
            <pc:sldMk cId="2909673443" sldId="2145706673"/>
            <ac:spMk id="23" creationId="{0E1CA87E-0DEB-BD57-CEF9-78490B3D78D3}"/>
          </ac:spMkLst>
        </pc:spChg>
        <pc:spChg chg="add">
          <ac:chgData name="Punit Desai, Tapal" userId="a032c3ea-8a9c-41df-97a3-e99d904a1afa" providerId="ADAL" clId="{ECDD860E-42F0-47F4-A247-9606F4C9BDBB}" dt="2026-09-30T08:48:40.050" v="139" actId="22"/>
          <ac:spMkLst>
            <pc:docMk/>
            <pc:sldMk cId="2909673443" sldId="2145706673"/>
            <ac:spMk id="29" creationId="{8F56DCE0-6651-F88F-C202-43A53D2EABFE}"/>
          </ac:spMkLst>
        </pc:spChg>
        <pc:spChg chg="add">
          <ac:chgData name="Punit Desai, Tapal" userId="a032c3ea-8a9c-41df-97a3-e99d904a1afa" providerId="ADAL" clId="{ECDD860E-42F0-47F4-A247-9606F4C9BDBB}" dt="2026-09-30T08:48:40.050" v="139" actId="22"/>
          <ac:spMkLst>
            <pc:docMk/>
            <pc:sldMk cId="2909673443" sldId="2145706673"/>
            <ac:spMk id="31" creationId="{D0239705-F342-5D90-983D-8BEAA67DB6AF}"/>
          </ac:spMkLst>
        </pc:spChg>
        <pc:spChg chg="add mod">
          <ac:chgData name="Punit Desai, Tapal" userId="a032c3ea-8a9c-41df-97a3-e99d904a1afa" providerId="ADAL" clId="{ECDD860E-42F0-47F4-A247-9606F4C9BDBB}" dt="2026-09-30T09:01:40.213" v="335" actId="207"/>
          <ac:spMkLst>
            <pc:docMk/>
            <pc:sldMk cId="2909673443" sldId="2145706673"/>
            <ac:spMk id="35" creationId="{97D2541D-6B65-253E-54CE-F122AFC7DC76}"/>
          </ac:spMkLst>
        </pc:spChg>
        <pc:spChg chg="add">
          <ac:chgData name="Punit Desai, Tapal" userId="a032c3ea-8a9c-41df-97a3-e99d904a1afa" providerId="ADAL" clId="{ECDD860E-42F0-47F4-A247-9606F4C9BDBB}" dt="2026-09-30T08:48:40.050" v="139" actId="22"/>
          <ac:spMkLst>
            <pc:docMk/>
            <pc:sldMk cId="2909673443" sldId="2145706673"/>
            <ac:spMk id="37" creationId="{68668FAE-0D39-B9A4-55F3-17734D16A503}"/>
          </ac:spMkLst>
        </pc:spChg>
        <pc:spChg chg="add">
          <ac:chgData name="Punit Desai, Tapal" userId="a032c3ea-8a9c-41df-97a3-e99d904a1afa" providerId="ADAL" clId="{ECDD860E-42F0-47F4-A247-9606F4C9BDBB}" dt="2026-09-30T08:48:40.050" v="139" actId="22"/>
          <ac:spMkLst>
            <pc:docMk/>
            <pc:sldMk cId="2909673443" sldId="2145706673"/>
            <ac:spMk id="39" creationId="{47AD7D50-7E89-CF77-A50E-91D6AC89879B}"/>
          </ac:spMkLst>
        </pc:spChg>
        <pc:spChg chg="add mod">
          <ac:chgData name="Punit Desai, Tapal" userId="a032c3ea-8a9c-41df-97a3-e99d904a1afa" providerId="ADAL" clId="{ECDD860E-42F0-47F4-A247-9606F4C9BDBB}" dt="2026-09-30T09:01:48.769" v="336" actId="207"/>
          <ac:spMkLst>
            <pc:docMk/>
            <pc:sldMk cId="2909673443" sldId="2145706673"/>
            <ac:spMk id="41" creationId="{1EFBA1F5-AD8C-0946-1EEC-EBB9F48B3523}"/>
          </ac:spMkLst>
        </pc:spChg>
        <pc:spChg chg="add">
          <ac:chgData name="Punit Desai, Tapal" userId="a032c3ea-8a9c-41df-97a3-e99d904a1afa" providerId="ADAL" clId="{ECDD860E-42F0-47F4-A247-9606F4C9BDBB}" dt="2026-09-30T08:48:40.050" v="139" actId="22"/>
          <ac:spMkLst>
            <pc:docMk/>
            <pc:sldMk cId="2909673443" sldId="2145706673"/>
            <ac:spMk id="43" creationId="{FE0BE254-8F00-953E-25CD-C7304239F0AF}"/>
          </ac:spMkLst>
        </pc:spChg>
        <pc:spChg chg="add">
          <ac:chgData name="Punit Desai, Tapal" userId="a032c3ea-8a9c-41df-97a3-e99d904a1afa" providerId="ADAL" clId="{ECDD860E-42F0-47F4-A247-9606F4C9BDBB}" dt="2026-09-30T08:48:40.050" v="139" actId="22"/>
          <ac:spMkLst>
            <pc:docMk/>
            <pc:sldMk cId="2909673443" sldId="2145706673"/>
            <ac:spMk id="49" creationId="{B1619FC7-58A3-1375-7ECA-9138B7BAEE17}"/>
          </ac:spMkLst>
        </pc:spChg>
        <pc:spChg chg="mod">
          <ac:chgData name="Punit Desai, Tapal" userId="a032c3ea-8a9c-41df-97a3-e99d904a1afa" providerId="ADAL" clId="{ECDD860E-42F0-47F4-A247-9606F4C9BDBB}" dt="2026-09-30T09:01:52.537" v="337" actId="207"/>
          <ac:spMkLst>
            <pc:docMk/>
            <pc:sldMk cId="2909673443" sldId="2145706673"/>
            <ac:spMk id="51" creationId="{9136955F-6632-0C75-6CFB-F85CBD68CA94}"/>
          </ac:spMkLst>
        </pc:spChg>
        <pc:spChg chg="add">
          <ac:chgData name="Punit Desai, Tapal" userId="a032c3ea-8a9c-41df-97a3-e99d904a1afa" providerId="ADAL" clId="{ECDD860E-42F0-47F4-A247-9606F4C9BDBB}" dt="2026-09-30T08:48:40.050" v="139" actId="22"/>
          <ac:spMkLst>
            <pc:docMk/>
            <pc:sldMk cId="2909673443" sldId="2145706673"/>
            <ac:spMk id="55" creationId="{2308AA61-B590-46F7-2A40-7CDE08F22179}"/>
          </ac:spMkLst>
        </pc:spChg>
        <pc:spChg chg="mod">
          <ac:chgData name="Punit Desai, Tapal" userId="a032c3ea-8a9c-41df-97a3-e99d904a1afa" providerId="ADAL" clId="{ECDD860E-42F0-47F4-A247-9606F4C9BDBB}" dt="2026-09-30T08:49:05.153" v="166" actId="1035"/>
          <ac:spMkLst>
            <pc:docMk/>
            <pc:sldMk cId="2909673443" sldId="2145706673"/>
            <ac:spMk id="57" creationId="{5F041F85-5293-EC23-D80B-1635635E8EAC}"/>
          </ac:spMkLst>
        </pc:spChg>
        <pc:spChg chg="mod">
          <ac:chgData name="Punit Desai, Tapal" userId="a032c3ea-8a9c-41df-97a3-e99d904a1afa" providerId="ADAL" clId="{ECDD860E-42F0-47F4-A247-9606F4C9BDBB}" dt="2026-09-30T08:49:05.153" v="166" actId="1035"/>
          <ac:spMkLst>
            <pc:docMk/>
            <pc:sldMk cId="2909673443" sldId="2145706673"/>
            <ac:spMk id="59" creationId="{84CB11D8-65EF-FC03-DED4-0B9CD01FE24F}"/>
          </ac:spMkLst>
        </pc:spChg>
      </pc:sldChg>
      <pc:sldChg chg="addSp delSp modSp new mod">
        <pc:chgData name="Punit Desai, Tapal" userId="a032c3ea-8a9c-41df-97a3-e99d904a1afa" providerId="ADAL" clId="{ECDD860E-42F0-47F4-A247-9606F4C9BDBB}" dt="2026-09-30T09:02:54.762" v="344" actId="207"/>
        <pc:sldMkLst>
          <pc:docMk/>
          <pc:sldMk cId="3447010995" sldId="2145706674"/>
        </pc:sldMkLst>
        <pc:spChg chg="del">
          <ac:chgData name="Punit Desai, Tapal" userId="a032c3ea-8a9c-41df-97a3-e99d904a1afa" providerId="ADAL" clId="{ECDD860E-42F0-47F4-A247-9606F4C9BDBB}" dt="2026-09-30T08:49:28.423" v="170" actId="478"/>
          <ac:spMkLst>
            <pc:docMk/>
            <pc:sldMk cId="3447010995" sldId="2145706674"/>
            <ac:spMk id="2" creationId="{978BA0D2-2762-C0A1-4E2F-05ED6A750181}"/>
          </ac:spMkLst>
        </pc:spChg>
        <pc:spChg chg="del">
          <ac:chgData name="Punit Desai, Tapal" userId="a032c3ea-8a9c-41df-97a3-e99d904a1afa" providerId="ADAL" clId="{ECDD860E-42F0-47F4-A247-9606F4C9BDBB}" dt="2026-09-30T08:49:28.423" v="170" actId="478"/>
          <ac:spMkLst>
            <pc:docMk/>
            <pc:sldMk cId="3447010995" sldId="2145706674"/>
            <ac:spMk id="3" creationId="{06126508-2B80-DB69-3355-B9F70A7D68BB}"/>
          </ac:spMkLst>
        </pc:spChg>
        <pc:spChg chg="del">
          <ac:chgData name="Punit Desai, Tapal" userId="a032c3ea-8a9c-41df-97a3-e99d904a1afa" providerId="ADAL" clId="{ECDD860E-42F0-47F4-A247-9606F4C9BDBB}" dt="2026-09-30T08:49:28.423" v="170" actId="478"/>
          <ac:spMkLst>
            <pc:docMk/>
            <pc:sldMk cId="3447010995" sldId="2145706674"/>
            <ac:spMk id="4" creationId="{85BCEDF9-86CF-A65B-AEFD-A90E809847F6}"/>
          </ac:spMkLst>
        </pc:spChg>
        <pc:spChg chg="del">
          <ac:chgData name="Punit Desai, Tapal" userId="a032c3ea-8a9c-41df-97a3-e99d904a1afa" providerId="ADAL" clId="{ECDD860E-42F0-47F4-A247-9606F4C9BDBB}" dt="2026-09-30T08:49:28.423" v="170" actId="478"/>
          <ac:spMkLst>
            <pc:docMk/>
            <pc:sldMk cId="3447010995" sldId="2145706674"/>
            <ac:spMk id="5" creationId="{F01FD41F-7C31-6112-4CE6-4215936251BC}"/>
          </ac:spMkLst>
        </pc:spChg>
        <pc:spChg chg="del">
          <ac:chgData name="Punit Desai, Tapal" userId="a032c3ea-8a9c-41df-97a3-e99d904a1afa" providerId="ADAL" clId="{ECDD860E-42F0-47F4-A247-9606F4C9BDBB}" dt="2026-09-30T08:49:28.423" v="170" actId="478"/>
          <ac:spMkLst>
            <pc:docMk/>
            <pc:sldMk cId="3447010995" sldId="2145706674"/>
            <ac:spMk id="6" creationId="{C16FDA30-3887-9F80-2023-3B1D5C5CBD77}"/>
          </ac:spMkLst>
        </pc:spChg>
        <pc:spChg chg="del">
          <ac:chgData name="Punit Desai, Tapal" userId="a032c3ea-8a9c-41df-97a3-e99d904a1afa" providerId="ADAL" clId="{ECDD860E-42F0-47F4-A247-9606F4C9BDBB}" dt="2026-09-30T08:49:28.423" v="170" actId="478"/>
          <ac:spMkLst>
            <pc:docMk/>
            <pc:sldMk cId="3447010995" sldId="2145706674"/>
            <ac:spMk id="7" creationId="{6F386197-EC38-CDD5-2C35-778D58E0EC30}"/>
          </ac:spMkLst>
        </pc:spChg>
        <pc:spChg chg="add">
          <ac:chgData name="Punit Desai, Tapal" userId="a032c3ea-8a9c-41df-97a3-e99d904a1afa" providerId="ADAL" clId="{ECDD860E-42F0-47F4-A247-9606F4C9BDBB}" dt="2026-09-30T08:49:36.486" v="172" actId="22"/>
          <ac:spMkLst>
            <pc:docMk/>
            <pc:sldMk cId="3447010995" sldId="2145706674"/>
            <ac:spMk id="9" creationId="{4212C66E-961A-498A-E9F7-A0EA10013F95}"/>
          </ac:spMkLst>
        </pc:spChg>
        <pc:spChg chg="add mod">
          <ac:chgData name="Punit Desai, Tapal" userId="a032c3ea-8a9c-41df-97a3-e99d904a1afa" providerId="ADAL" clId="{ECDD860E-42F0-47F4-A247-9606F4C9BDBB}" dt="2026-09-30T09:02:38.261" v="340" actId="207"/>
          <ac:spMkLst>
            <pc:docMk/>
            <pc:sldMk cId="3447010995" sldId="2145706674"/>
            <ac:spMk id="11" creationId="{9E043C03-C70E-BEAD-C18F-88923E9E41BF}"/>
          </ac:spMkLst>
        </pc:spChg>
        <pc:spChg chg="add mod">
          <ac:chgData name="Punit Desai, Tapal" userId="a032c3ea-8a9c-41df-97a3-e99d904a1afa" providerId="ADAL" clId="{ECDD860E-42F0-47F4-A247-9606F4C9BDBB}" dt="2026-09-30T09:02:34.813" v="339" actId="207"/>
          <ac:spMkLst>
            <pc:docMk/>
            <pc:sldMk cId="3447010995" sldId="2145706674"/>
            <ac:spMk id="15" creationId="{68ED623E-82B0-0220-0558-BDA7EED5D9C8}"/>
          </ac:spMkLst>
        </pc:spChg>
        <pc:spChg chg="mod">
          <ac:chgData name="Punit Desai, Tapal" userId="a032c3ea-8a9c-41df-97a3-e99d904a1afa" providerId="ADAL" clId="{ECDD860E-42F0-47F4-A247-9606F4C9BDBB}" dt="2026-09-30T09:02:30.668" v="338" actId="207"/>
          <ac:spMkLst>
            <pc:docMk/>
            <pc:sldMk cId="3447010995" sldId="2145706674"/>
            <ac:spMk id="19" creationId="{4C9F49C6-19F7-B348-94B8-7097B73497C8}"/>
          </ac:spMkLst>
        </pc:spChg>
        <pc:spChg chg="add mod">
          <ac:chgData name="Punit Desai, Tapal" userId="a032c3ea-8a9c-41df-97a3-e99d904a1afa" providerId="ADAL" clId="{ECDD860E-42F0-47F4-A247-9606F4C9BDBB}" dt="2026-09-30T09:02:41.558" v="341" actId="207"/>
          <ac:spMkLst>
            <pc:docMk/>
            <pc:sldMk cId="3447010995" sldId="2145706674"/>
            <ac:spMk id="23" creationId="{7D5CE503-F700-C89D-B7BB-4CE2D6A3A477}"/>
          </ac:spMkLst>
        </pc:spChg>
        <pc:spChg chg="add">
          <ac:chgData name="Punit Desai, Tapal" userId="a032c3ea-8a9c-41df-97a3-e99d904a1afa" providerId="ADAL" clId="{ECDD860E-42F0-47F4-A247-9606F4C9BDBB}" dt="2026-09-30T08:49:36.486" v="172" actId="22"/>
          <ac:spMkLst>
            <pc:docMk/>
            <pc:sldMk cId="3447010995" sldId="2145706674"/>
            <ac:spMk id="27" creationId="{73B0363F-EC19-9E97-E83B-A8C206D0CDD7}"/>
          </ac:spMkLst>
        </pc:spChg>
        <pc:spChg chg="add">
          <ac:chgData name="Punit Desai, Tapal" userId="a032c3ea-8a9c-41df-97a3-e99d904a1afa" providerId="ADAL" clId="{ECDD860E-42F0-47F4-A247-9606F4C9BDBB}" dt="2026-09-30T08:49:36.486" v="172" actId="22"/>
          <ac:spMkLst>
            <pc:docMk/>
            <pc:sldMk cId="3447010995" sldId="2145706674"/>
            <ac:spMk id="31" creationId="{5D09DC43-7FD3-BB67-D1CF-22928C880DD4}"/>
          </ac:spMkLst>
        </pc:spChg>
        <pc:spChg chg="mod">
          <ac:chgData name="Punit Desai, Tapal" userId="a032c3ea-8a9c-41df-97a3-e99d904a1afa" providerId="ADAL" clId="{ECDD860E-42F0-47F4-A247-9606F4C9BDBB}" dt="2026-09-30T09:02:46.108" v="342" actId="207"/>
          <ac:spMkLst>
            <pc:docMk/>
            <pc:sldMk cId="3447010995" sldId="2145706674"/>
            <ac:spMk id="35" creationId="{E97B3EEE-67D2-D42B-B614-C70A94B32094}"/>
          </ac:spMkLst>
        </pc:spChg>
        <pc:spChg chg="add">
          <ac:chgData name="Punit Desai, Tapal" userId="a032c3ea-8a9c-41df-97a3-e99d904a1afa" providerId="ADAL" clId="{ECDD860E-42F0-47F4-A247-9606F4C9BDBB}" dt="2026-09-30T08:49:36.486" v="172" actId="22"/>
          <ac:spMkLst>
            <pc:docMk/>
            <pc:sldMk cId="3447010995" sldId="2145706674"/>
            <ac:spMk id="39" creationId="{00D2EF4B-7032-3FE4-D816-944216C510AA}"/>
          </ac:spMkLst>
        </pc:spChg>
        <pc:spChg chg="mod">
          <ac:chgData name="Punit Desai, Tapal" userId="a032c3ea-8a9c-41df-97a3-e99d904a1afa" providerId="ADAL" clId="{ECDD860E-42F0-47F4-A247-9606F4C9BDBB}" dt="2026-09-30T09:02:50.970" v="343" actId="207"/>
          <ac:spMkLst>
            <pc:docMk/>
            <pc:sldMk cId="3447010995" sldId="2145706674"/>
            <ac:spMk id="41" creationId="{0856DDDE-17F9-B162-8023-D03C325D7577}"/>
          </ac:spMkLst>
        </pc:spChg>
        <pc:spChg chg="add">
          <ac:chgData name="Punit Desai, Tapal" userId="a032c3ea-8a9c-41df-97a3-e99d904a1afa" providerId="ADAL" clId="{ECDD860E-42F0-47F4-A247-9606F4C9BDBB}" dt="2026-09-30T08:49:36.486" v="172" actId="22"/>
          <ac:spMkLst>
            <pc:docMk/>
            <pc:sldMk cId="3447010995" sldId="2145706674"/>
            <ac:spMk id="43" creationId="{AA51BB21-D9AB-A908-3BB8-42AE1A00132E}"/>
          </ac:spMkLst>
        </pc:spChg>
        <pc:spChg chg="add">
          <ac:chgData name="Punit Desai, Tapal" userId="a032c3ea-8a9c-41df-97a3-e99d904a1afa" providerId="ADAL" clId="{ECDD860E-42F0-47F4-A247-9606F4C9BDBB}" dt="2026-09-30T08:49:36.486" v="172" actId="22"/>
          <ac:spMkLst>
            <pc:docMk/>
            <pc:sldMk cId="3447010995" sldId="2145706674"/>
            <ac:spMk id="49" creationId="{2035F225-0362-41FD-DE82-14C465F472FA}"/>
          </ac:spMkLst>
        </pc:spChg>
        <pc:spChg chg="add mod">
          <ac:chgData name="Punit Desai, Tapal" userId="a032c3ea-8a9c-41df-97a3-e99d904a1afa" providerId="ADAL" clId="{ECDD860E-42F0-47F4-A247-9606F4C9BDBB}" dt="2026-09-30T09:02:54.762" v="344" actId="207"/>
          <ac:spMkLst>
            <pc:docMk/>
            <pc:sldMk cId="3447010995" sldId="2145706674"/>
            <ac:spMk id="51" creationId="{0A45EF77-9C2D-F86E-735A-627AF2307A2A}"/>
          </ac:spMkLst>
        </pc:spChg>
        <pc:spChg chg="mod">
          <ac:chgData name="Punit Desai, Tapal" userId="a032c3ea-8a9c-41df-97a3-e99d904a1afa" providerId="ADAL" clId="{ECDD860E-42F0-47F4-A247-9606F4C9BDBB}" dt="2026-09-30T08:49:48.738" v="203" actId="1035"/>
          <ac:spMkLst>
            <pc:docMk/>
            <pc:sldMk cId="3447010995" sldId="2145706674"/>
            <ac:spMk id="55" creationId="{CCF3616E-09B3-0A13-9876-C2604D384CE4}"/>
          </ac:spMkLst>
        </pc:spChg>
        <pc:spChg chg="mod">
          <ac:chgData name="Punit Desai, Tapal" userId="a032c3ea-8a9c-41df-97a3-e99d904a1afa" providerId="ADAL" clId="{ECDD860E-42F0-47F4-A247-9606F4C9BDBB}" dt="2026-09-30T08:49:48.738" v="203" actId="1035"/>
          <ac:spMkLst>
            <pc:docMk/>
            <pc:sldMk cId="3447010995" sldId="2145706674"/>
            <ac:spMk id="57" creationId="{207AB45D-6082-6EA2-411B-F8633261EA40}"/>
          </ac:spMkLst>
        </pc:spChg>
        <pc:spChg chg="mod">
          <ac:chgData name="Punit Desai, Tapal" userId="a032c3ea-8a9c-41df-97a3-e99d904a1afa" providerId="ADAL" clId="{ECDD860E-42F0-47F4-A247-9606F4C9BDBB}" dt="2026-09-30T08:49:48.738" v="203" actId="1035"/>
          <ac:spMkLst>
            <pc:docMk/>
            <pc:sldMk cId="3447010995" sldId="2145706674"/>
            <ac:spMk id="59" creationId="{9522E892-BEA7-C2B8-B7FC-903586280762}"/>
          </ac:spMkLst>
        </pc:spChg>
      </pc:sldChg>
      <pc:sldChg chg="addSp modSp add mod">
        <pc:chgData name="Punit Desai, Tapal" userId="a032c3ea-8a9c-41df-97a3-e99d904a1afa" providerId="ADAL" clId="{ECDD860E-42F0-47F4-A247-9606F4C9BDBB}" dt="2026-09-30T09:03:40.197" v="351" actId="207"/>
        <pc:sldMkLst>
          <pc:docMk/>
          <pc:sldMk cId="992496080" sldId="2145706675"/>
        </pc:sldMkLst>
        <pc:spChg chg="mod">
          <ac:chgData name="Punit Desai, Tapal" userId="a032c3ea-8a9c-41df-97a3-e99d904a1afa" providerId="ADAL" clId="{ECDD860E-42F0-47F4-A247-9606F4C9BDBB}" dt="2026-09-30T09:03:06.778" v="345" actId="207"/>
          <ac:spMkLst>
            <pc:docMk/>
            <pc:sldMk cId="992496080" sldId="2145706675"/>
            <ac:spMk id="5" creationId="{35AC8837-D3B2-35C1-37ED-10B8EE39ECEB}"/>
          </ac:spMkLst>
        </pc:spChg>
        <pc:spChg chg="mod">
          <ac:chgData name="Punit Desai, Tapal" userId="a032c3ea-8a9c-41df-97a3-e99d904a1afa" providerId="ADAL" clId="{ECDD860E-42F0-47F4-A247-9606F4C9BDBB}" dt="2026-09-30T09:03:12.077" v="346" actId="207"/>
          <ac:spMkLst>
            <pc:docMk/>
            <pc:sldMk cId="992496080" sldId="2145706675"/>
            <ac:spMk id="9" creationId="{47D1B5F7-8587-37A2-2EC6-D4D8B03F9276}"/>
          </ac:spMkLst>
        </pc:spChg>
        <pc:spChg chg="add mod">
          <ac:chgData name="Punit Desai, Tapal" userId="a032c3ea-8a9c-41df-97a3-e99d904a1afa" providerId="ADAL" clId="{ECDD860E-42F0-47F4-A247-9606F4C9BDBB}" dt="2026-09-30T09:03:23.146" v="347" actId="207"/>
          <ac:spMkLst>
            <pc:docMk/>
            <pc:sldMk cId="992496080" sldId="2145706675"/>
            <ac:spMk id="13" creationId="{81ECE543-3C5F-967A-78BD-13F085612D6F}"/>
          </ac:spMkLst>
        </pc:spChg>
        <pc:spChg chg="add">
          <ac:chgData name="Punit Desai, Tapal" userId="a032c3ea-8a9c-41df-97a3-e99d904a1afa" providerId="ADAL" clId="{ECDD860E-42F0-47F4-A247-9606F4C9BDBB}" dt="2026-09-30T08:50:43.925" v="250" actId="22"/>
          <ac:spMkLst>
            <pc:docMk/>
            <pc:sldMk cId="992496080" sldId="2145706675"/>
            <ac:spMk id="15" creationId="{5F3DF4C5-737F-1FFD-27EC-7F8F088C8C79}"/>
          </ac:spMkLst>
        </pc:spChg>
        <pc:spChg chg="add mod">
          <ac:chgData name="Punit Desai, Tapal" userId="a032c3ea-8a9c-41df-97a3-e99d904a1afa" providerId="ADAL" clId="{ECDD860E-42F0-47F4-A247-9606F4C9BDBB}" dt="2026-09-30T09:03:26.110" v="348" actId="207"/>
          <ac:spMkLst>
            <pc:docMk/>
            <pc:sldMk cId="992496080" sldId="2145706675"/>
            <ac:spMk id="17" creationId="{6D5449F9-1739-2147-2EA3-25ACDE0455A6}"/>
          </ac:spMkLst>
        </pc:spChg>
        <pc:spChg chg="add">
          <ac:chgData name="Punit Desai, Tapal" userId="a032c3ea-8a9c-41df-97a3-e99d904a1afa" providerId="ADAL" clId="{ECDD860E-42F0-47F4-A247-9606F4C9BDBB}" dt="2026-09-30T08:50:43.925" v="250" actId="22"/>
          <ac:spMkLst>
            <pc:docMk/>
            <pc:sldMk cId="992496080" sldId="2145706675"/>
            <ac:spMk id="19" creationId="{11F12A8B-D514-2E88-0151-AFD52A7F6D0E}"/>
          </ac:spMkLst>
        </pc:spChg>
        <pc:spChg chg="add">
          <ac:chgData name="Punit Desai, Tapal" userId="a032c3ea-8a9c-41df-97a3-e99d904a1afa" providerId="ADAL" clId="{ECDD860E-42F0-47F4-A247-9606F4C9BDBB}" dt="2026-09-30T08:50:43.925" v="250" actId="22"/>
          <ac:spMkLst>
            <pc:docMk/>
            <pc:sldMk cId="992496080" sldId="2145706675"/>
            <ac:spMk id="21" creationId="{371BFC4E-7F1C-B89D-F821-6F74800DD937}"/>
          </ac:spMkLst>
        </pc:spChg>
        <pc:spChg chg="add">
          <ac:chgData name="Punit Desai, Tapal" userId="a032c3ea-8a9c-41df-97a3-e99d904a1afa" providerId="ADAL" clId="{ECDD860E-42F0-47F4-A247-9606F4C9BDBB}" dt="2026-09-30T08:50:43.925" v="250" actId="22"/>
          <ac:spMkLst>
            <pc:docMk/>
            <pc:sldMk cId="992496080" sldId="2145706675"/>
            <ac:spMk id="25" creationId="{F0726EE7-E6A7-4E8F-3214-4AF3883AE4D5}"/>
          </ac:spMkLst>
        </pc:spChg>
        <pc:spChg chg="mod">
          <ac:chgData name="Punit Desai, Tapal" userId="a032c3ea-8a9c-41df-97a3-e99d904a1afa" providerId="ADAL" clId="{ECDD860E-42F0-47F4-A247-9606F4C9BDBB}" dt="2026-09-30T09:03:31.459" v="349" actId="207"/>
          <ac:spMkLst>
            <pc:docMk/>
            <pc:sldMk cId="992496080" sldId="2145706675"/>
            <ac:spMk id="29" creationId="{622C79C8-440F-AF3F-0F72-2910D5810C23}"/>
          </ac:spMkLst>
        </pc:spChg>
        <pc:spChg chg="add">
          <ac:chgData name="Punit Desai, Tapal" userId="a032c3ea-8a9c-41df-97a3-e99d904a1afa" providerId="ADAL" clId="{ECDD860E-42F0-47F4-A247-9606F4C9BDBB}" dt="2026-09-30T08:50:43.925" v="250" actId="22"/>
          <ac:spMkLst>
            <pc:docMk/>
            <pc:sldMk cId="992496080" sldId="2145706675"/>
            <ac:spMk id="31" creationId="{5661FC16-05FD-5795-7614-8579F0B7CE91}"/>
          </ac:spMkLst>
        </pc:spChg>
        <pc:spChg chg="mod">
          <ac:chgData name="Punit Desai, Tapal" userId="a032c3ea-8a9c-41df-97a3-e99d904a1afa" providerId="ADAL" clId="{ECDD860E-42F0-47F4-A247-9606F4C9BDBB}" dt="2026-09-30T09:03:35.971" v="350" actId="207"/>
          <ac:spMkLst>
            <pc:docMk/>
            <pc:sldMk cId="992496080" sldId="2145706675"/>
            <ac:spMk id="35" creationId="{BCA1F687-2AFC-9F7B-91FD-DFDE321A6695}"/>
          </ac:spMkLst>
        </pc:spChg>
        <pc:spChg chg="add">
          <ac:chgData name="Punit Desai, Tapal" userId="a032c3ea-8a9c-41df-97a3-e99d904a1afa" providerId="ADAL" clId="{ECDD860E-42F0-47F4-A247-9606F4C9BDBB}" dt="2026-09-30T08:50:43.925" v="250" actId="22"/>
          <ac:spMkLst>
            <pc:docMk/>
            <pc:sldMk cId="992496080" sldId="2145706675"/>
            <ac:spMk id="39" creationId="{BE35777C-7A63-B190-55F2-E0354BA4686F}"/>
          </ac:spMkLst>
        </pc:spChg>
        <pc:spChg chg="mod">
          <ac:chgData name="Punit Desai, Tapal" userId="a032c3ea-8a9c-41df-97a3-e99d904a1afa" providerId="ADAL" clId="{ECDD860E-42F0-47F4-A247-9606F4C9BDBB}" dt="2026-09-30T09:03:40.197" v="351" actId="207"/>
          <ac:spMkLst>
            <pc:docMk/>
            <pc:sldMk cId="992496080" sldId="2145706675"/>
            <ac:spMk id="45" creationId="{4B6597C1-7DC6-9B0D-498B-B0869D7780FE}"/>
          </ac:spMkLst>
        </pc:spChg>
        <pc:spChg chg="add">
          <ac:chgData name="Punit Desai, Tapal" userId="a032c3ea-8a9c-41df-97a3-e99d904a1afa" providerId="ADAL" clId="{ECDD860E-42F0-47F4-A247-9606F4C9BDBB}" dt="2026-09-30T08:50:43.925" v="250" actId="22"/>
          <ac:spMkLst>
            <pc:docMk/>
            <pc:sldMk cId="992496080" sldId="2145706675"/>
            <ac:spMk id="47" creationId="{E21E6533-7453-18F7-541E-DEA2FECC4557}"/>
          </ac:spMkLst>
        </pc:spChg>
        <pc:spChg chg="add">
          <ac:chgData name="Punit Desai, Tapal" userId="a032c3ea-8a9c-41df-97a3-e99d904a1afa" providerId="ADAL" clId="{ECDD860E-42F0-47F4-A247-9606F4C9BDBB}" dt="2026-09-30T08:50:43.925" v="250" actId="22"/>
          <ac:spMkLst>
            <pc:docMk/>
            <pc:sldMk cId="992496080" sldId="2145706675"/>
            <ac:spMk id="51" creationId="{291BCF96-925F-8085-1AB2-26180C390FFC}"/>
          </ac:spMkLst>
        </pc:spChg>
      </pc:sldChg>
      <pc:sldChg chg="addSp modSp add mod">
        <pc:chgData name="Punit Desai, Tapal" userId="a032c3ea-8a9c-41df-97a3-e99d904a1afa" providerId="ADAL" clId="{ECDD860E-42F0-47F4-A247-9606F4C9BDBB}" dt="2026-09-30T09:04:29.796" v="360" actId="1076"/>
        <pc:sldMkLst>
          <pc:docMk/>
          <pc:sldMk cId="1359411617" sldId="2145706676"/>
        </pc:sldMkLst>
        <pc:spChg chg="mod">
          <ac:chgData name="Punit Desai, Tapal" userId="a032c3ea-8a9c-41df-97a3-e99d904a1afa" providerId="ADAL" clId="{ECDD860E-42F0-47F4-A247-9606F4C9BDBB}" dt="2026-09-30T09:03:54.634" v="352" actId="207"/>
          <ac:spMkLst>
            <pc:docMk/>
            <pc:sldMk cId="1359411617" sldId="2145706676"/>
            <ac:spMk id="5" creationId="{D3862B16-080C-35AC-FC97-7199AE88AB39}"/>
          </ac:spMkLst>
        </pc:spChg>
        <pc:spChg chg="add">
          <ac:chgData name="Punit Desai, Tapal" userId="a032c3ea-8a9c-41df-97a3-e99d904a1afa" providerId="ADAL" clId="{ECDD860E-42F0-47F4-A247-9606F4C9BDBB}" dt="2026-09-30T08:51:12.411" v="253" actId="22"/>
          <ac:spMkLst>
            <pc:docMk/>
            <pc:sldMk cId="1359411617" sldId="2145706676"/>
            <ac:spMk id="7" creationId="{483015BD-C1E8-9DD9-9D54-30565DFC0F1A}"/>
          </ac:spMkLst>
        </pc:spChg>
        <pc:spChg chg="add mod">
          <ac:chgData name="Punit Desai, Tapal" userId="a032c3ea-8a9c-41df-97a3-e99d904a1afa" providerId="ADAL" clId="{ECDD860E-42F0-47F4-A247-9606F4C9BDBB}" dt="2026-09-30T09:03:58.376" v="353" actId="207"/>
          <ac:spMkLst>
            <pc:docMk/>
            <pc:sldMk cId="1359411617" sldId="2145706676"/>
            <ac:spMk id="9" creationId="{4A0C2E7C-7483-0F48-4F45-4561D11E35A9}"/>
          </ac:spMkLst>
        </pc:spChg>
        <pc:spChg chg="add">
          <ac:chgData name="Punit Desai, Tapal" userId="a032c3ea-8a9c-41df-97a3-e99d904a1afa" providerId="ADAL" clId="{ECDD860E-42F0-47F4-A247-9606F4C9BDBB}" dt="2026-09-30T08:51:12.411" v="253" actId="22"/>
          <ac:spMkLst>
            <pc:docMk/>
            <pc:sldMk cId="1359411617" sldId="2145706676"/>
            <ac:spMk id="11" creationId="{8D09857B-0F5E-5B94-C5DA-DADC8B58FD3A}"/>
          </ac:spMkLst>
        </pc:spChg>
        <pc:spChg chg="add mod">
          <ac:chgData name="Punit Desai, Tapal" userId="a032c3ea-8a9c-41df-97a3-e99d904a1afa" providerId="ADAL" clId="{ECDD860E-42F0-47F4-A247-9606F4C9BDBB}" dt="2026-09-30T09:04:03.509" v="354" actId="207"/>
          <ac:spMkLst>
            <pc:docMk/>
            <pc:sldMk cId="1359411617" sldId="2145706676"/>
            <ac:spMk id="13" creationId="{0DC62772-D079-78C8-FEAA-B6C753D2FBAE}"/>
          </ac:spMkLst>
        </pc:spChg>
        <pc:spChg chg="add">
          <ac:chgData name="Punit Desai, Tapal" userId="a032c3ea-8a9c-41df-97a3-e99d904a1afa" providerId="ADAL" clId="{ECDD860E-42F0-47F4-A247-9606F4C9BDBB}" dt="2026-09-30T08:51:12.411" v="253" actId="22"/>
          <ac:spMkLst>
            <pc:docMk/>
            <pc:sldMk cId="1359411617" sldId="2145706676"/>
            <ac:spMk id="15" creationId="{1EB3EF75-D35B-2672-07D1-9DFADF6CC5CB}"/>
          </ac:spMkLst>
        </pc:spChg>
        <pc:spChg chg="mod">
          <ac:chgData name="Punit Desai, Tapal" userId="a032c3ea-8a9c-41df-97a3-e99d904a1afa" providerId="ADAL" clId="{ECDD860E-42F0-47F4-A247-9606F4C9BDBB}" dt="2026-09-30T09:04:06.183" v="355" actId="207"/>
          <ac:spMkLst>
            <pc:docMk/>
            <pc:sldMk cId="1359411617" sldId="2145706676"/>
            <ac:spMk id="17" creationId="{4CC3440B-2CE2-EC9A-19B4-CF19F377E229}"/>
          </ac:spMkLst>
        </pc:spChg>
        <pc:spChg chg="add mod">
          <ac:chgData name="Punit Desai, Tapal" userId="a032c3ea-8a9c-41df-97a3-e99d904a1afa" providerId="ADAL" clId="{ECDD860E-42F0-47F4-A247-9606F4C9BDBB}" dt="2026-09-30T08:51:23.984" v="254" actId="14100"/>
          <ac:spMkLst>
            <pc:docMk/>
            <pc:sldMk cId="1359411617" sldId="2145706676"/>
            <ac:spMk id="23" creationId="{12625F1D-0D80-E9CA-D2C8-C65E41428A1D}"/>
          </ac:spMkLst>
        </pc:spChg>
        <pc:spChg chg="add">
          <ac:chgData name="Punit Desai, Tapal" userId="a032c3ea-8a9c-41df-97a3-e99d904a1afa" providerId="ADAL" clId="{ECDD860E-42F0-47F4-A247-9606F4C9BDBB}" dt="2026-09-30T08:51:12.411" v="253" actId="22"/>
          <ac:spMkLst>
            <pc:docMk/>
            <pc:sldMk cId="1359411617" sldId="2145706676"/>
            <ac:spMk id="25" creationId="{DF5C68E7-369B-DD34-1CC6-146B8FB90432}"/>
          </ac:spMkLst>
        </pc:spChg>
        <pc:spChg chg="mod">
          <ac:chgData name="Punit Desai, Tapal" userId="a032c3ea-8a9c-41df-97a3-e99d904a1afa" providerId="ADAL" clId="{ECDD860E-42F0-47F4-A247-9606F4C9BDBB}" dt="2026-09-30T09:04:10.390" v="356" actId="207"/>
          <ac:spMkLst>
            <pc:docMk/>
            <pc:sldMk cId="1359411617" sldId="2145706676"/>
            <ac:spMk id="29" creationId="{2503D459-2F2E-DE71-13CD-F3E69FBCF85B}"/>
          </ac:spMkLst>
        </pc:spChg>
        <pc:spChg chg="add mod">
          <ac:chgData name="Punit Desai, Tapal" userId="a032c3ea-8a9c-41df-97a3-e99d904a1afa" providerId="ADAL" clId="{ECDD860E-42F0-47F4-A247-9606F4C9BDBB}" dt="2026-09-30T09:04:14.306" v="357" actId="207"/>
          <ac:spMkLst>
            <pc:docMk/>
            <pc:sldMk cId="1359411617" sldId="2145706676"/>
            <ac:spMk id="35" creationId="{EED26E63-477D-5113-5F10-D61C300CA0C1}"/>
          </ac:spMkLst>
        </pc:spChg>
        <pc:spChg chg="add mod">
          <ac:chgData name="Punit Desai, Tapal" userId="a032c3ea-8a9c-41df-97a3-e99d904a1afa" providerId="ADAL" clId="{ECDD860E-42F0-47F4-A247-9606F4C9BDBB}" dt="2026-09-30T08:51:29.565" v="255" actId="14100"/>
          <ac:spMkLst>
            <pc:docMk/>
            <pc:sldMk cId="1359411617" sldId="2145706676"/>
            <ac:spMk id="37" creationId="{FC6E1679-84AD-4959-AAB3-C28208852A97}"/>
          </ac:spMkLst>
        </pc:spChg>
        <pc:spChg chg="mod">
          <ac:chgData name="Punit Desai, Tapal" userId="a032c3ea-8a9c-41df-97a3-e99d904a1afa" providerId="ADAL" clId="{ECDD860E-42F0-47F4-A247-9606F4C9BDBB}" dt="2026-09-30T09:04:25.243" v="359" actId="1076"/>
          <ac:spMkLst>
            <pc:docMk/>
            <pc:sldMk cId="1359411617" sldId="2145706676"/>
            <ac:spMk id="39" creationId="{20B08063-482F-7912-7F0E-E748FC6AAF73}"/>
          </ac:spMkLst>
        </pc:spChg>
        <pc:spChg chg="mod">
          <ac:chgData name="Punit Desai, Tapal" userId="a032c3ea-8a9c-41df-97a3-e99d904a1afa" providerId="ADAL" clId="{ECDD860E-42F0-47F4-A247-9606F4C9BDBB}" dt="2026-09-30T09:04:29.796" v="360" actId="1076"/>
          <ac:spMkLst>
            <pc:docMk/>
            <pc:sldMk cId="1359411617" sldId="2145706676"/>
            <ac:spMk id="41" creationId="{7ACF5B36-629B-8450-749C-9C7ECDA95A98}"/>
          </ac:spMkLst>
        </pc:spChg>
        <pc:spChg chg="mod">
          <ac:chgData name="Punit Desai, Tapal" userId="a032c3ea-8a9c-41df-97a3-e99d904a1afa" providerId="ADAL" clId="{ECDD860E-42F0-47F4-A247-9606F4C9BDBB}" dt="2026-09-30T09:04:29.796" v="360" actId="1076"/>
          <ac:spMkLst>
            <pc:docMk/>
            <pc:sldMk cId="1359411617" sldId="2145706676"/>
            <ac:spMk id="43" creationId="{3ABF8E12-C225-3BB9-9F10-74944A065DE3}"/>
          </ac:spMkLst>
        </pc:spChg>
        <pc:spChg chg="add mod">
          <ac:chgData name="Punit Desai, Tapal" userId="a032c3ea-8a9c-41df-97a3-e99d904a1afa" providerId="ADAL" clId="{ECDD860E-42F0-47F4-A247-9606F4C9BDBB}" dt="2026-09-30T09:04:18.064" v="358" actId="207"/>
          <ac:spMkLst>
            <pc:docMk/>
            <pc:sldMk cId="1359411617" sldId="2145706676"/>
            <ac:spMk id="45" creationId="{7DA2237F-D46E-8381-CA8D-E4A1CBBCFA9B}"/>
          </ac:spMkLst>
        </pc:spChg>
      </pc:sldChg>
      <pc:sldChg chg="addSp modSp add mod">
        <pc:chgData name="Punit Desai, Tapal" userId="a032c3ea-8a9c-41df-97a3-e99d904a1afa" providerId="ADAL" clId="{ECDD860E-42F0-47F4-A247-9606F4C9BDBB}" dt="2026-09-30T09:05:09.377" v="367" actId="207"/>
        <pc:sldMkLst>
          <pc:docMk/>
          <pc:sldMk cId="3952187419" sldId="2145706677"/>
        </pc:sldMkLst>
        <pc:spChg chg="add">
          <ac:chgData name="Punit Desai, Tapal" userId="a032c3ea-8a9c-41df-97a3-e99d904a1afa" providerId="ADAL" clId="{ECDD860E-42F0-47F4-A247-9606F4C9BDBB}" dt="2026-09-30T08:51:47.449" v="258" actId="22"/>
          <ac:spMkLst>
            <pc:docMk/>
            <pc:sldMk cId="3952187419" sldId="2145706677"/>
            <ac:spMk id="3" creationId="{A0DCF136-D7E3-5161-9A64-9D86EA4EF8E6}"/>
          </ac:spMkLst>
        </pc:spChg>
        <pc:spChg chg="mod">
          <ac:chgData name="Punit Desai, Tapal" userId="a032c3ea-8a9c-41df-97a3-e99d904a1afa" providerId="ADAL" clId="{ECDD860E-42F0-47F4-A247-9606F4C9BDBB}" dt="2026-09-30T09:04:41.969" v="361" actId="207"/>
          <ac:spMkLst>
            <pc:docMk/>
            <pc:sldMk cId="3952187419" sldId="2145706677"/>
            <ac:spMk id="5" creationId="{8EBD8A98-56FC-D343-1822-AD80240B09EA}"/>
          </ac:spMkLst>
        </pc:spChg>
        <pc:spChg chg="add">
          <ac:chgData name="Punit Desai, Tapal" userId="a032c3ea-8a9c-41df-97a3-e99d904a1afa" providerId="ADAL" clId="{ECDD860E-42F0-47F4-A247-9606F4C9BDBB}" dt="2026-09-30T08:51:47.449" v="258" actId="22"/>
          <ac:spMkLst>
            <pc:docMk/>
            <pc:sldMk cId="3952187419" sldId="2145706677"/>
            <ac:spMk id="7" creationId="{7A62D82E-D55D-3F3A-1EDB-F33D6F08B12A}"/>
          </ac:spMkLst>
        </pc:spChg>
        <pc:spChg chg="mod">
          <ac:chgData name="Punit Desai, Tapal" userId="a032c3ea-8a9c-41df-97a3-e99d904a1afa" providerId="ADAL" clId="{ECDD860E-42F0-47F4-A247-9606F4C9BDBB}" dt="2026-09-30T09:04:46.918" v="362" actId="207"/>
          <ac:spMkLst>
            <pc:docMk/>
            <pc:sldMk cId="3952187419" sldId="2145706677"/>
            <ac:spMk id="9" creationId="{AF91D349-61A4-65B1-2CEB-8F0CDC48292A}"/>
          </ac:spMkLst>
        </pc:spChg>
        <pc:spChg chg="add">
          <ac:chgData name="Punit Desai, Tapal" userId="a032c3ea-8a9c-41df-97a3-e99d904a1afa" providerId="ADAL" clId="{ECDD860E-42F0-47F4-A247-9606F4C9BDBB}" dt="2026-09-30T08:51:47.449" v="258" actId="22"/>
          <ac:spMkLst>
            <pc:docMk/>
            <pc:sldMk cId="3952187419" sldId="2145706677"/>
            <ac:spMk id="11" creationId="{BE8F9D9E-02F4-4BE3-3117-FB2380B1C783}"/>
          </ac:spMkLst>
        </pc:spChg>
        <pc:spChg chg="mod">
          <ac:chgData name="Punit Desai, Tapal" userId="a032c3ea-8a9c-41df-97a3-e99d904a1afa" providerId="ADAL" clId="{ECDD860E-42F0-47F4-A247-9606F4C9BDBB}" dt="2026-09-30T09:04:50.648" v="363" actId="207"/>
          <ac:spMkLst>
            <pc:docMk/>
            <pc:sldMk cId="3952187419" sldId="2145706677"/>
            <ac:spMk id="13" creationId="{90440FB5-1689-28AB-0DA8-FE5789D6DC96}"/>
          </ac:spMkLst>
        </pc:spChg>
        <pc:spChg chg="add mod">
          <ac:chgData name="Punit Desai, Tapal" userId="a032c3ea-8a9c-41df-97a3-e99d904a1afa" providerId="ADAL" clId="{ECDD860E-42F0-47F4-A247-9606F4C9BDBB}" dt="2026-09-30T09:04:53.687" v="364" actId="207"/>
          <ac:spMkLst>
            <pc:docMk/>
            <pc:sldMk cId="3952187419" sldId="2145706677"/>
            <ac:spMk id="17" creationId="{EDE941A1-0525-33AE-0B4C-B7AB24B17299}"/>
          </ac:spMkLst>
        </pc:spChg>
        <pc:spChg chg="add mod">
          <ac:chgData name="Punit Desai, Tapal" userId="a032c3ea-8a9c-41df-97a3-e99d904a1afa" providerId="ADAL" clId="{ECDD860E-42F0-47F4-A247-9606F4C9BDBB}" dt="2026-09-30T09:04:58.065" v="365" actId="207"/>
          <ac:spMkLst>
            <pc:docMk/>
            <pc:sldMk cId="3952187419" sldId="2145706677"/>
            <ac:spMk id="29" creationId="{844C2AED-BDD7-20A9-BA94-D8F7775453FE}"/>
          </ac:spMkLst>
        </pc:spChg>
        <pc:spChg chg="add">
          <ac:chgData name="Punit Desai, Tapal" userId="a032c3ea-8a9c-41df-97a3-e99d904a1afa" providerId="ADAL" clId="{ECDD860E-42F0-47F4-A247-9606F4C9BDBB}" dt="2026-09-30T08:51:47.449" v="258" actId="22"/>
          <ac:spMkLst>
            <pc:docMk/>
            <pc:sldMk cId="3952187419" sldId="2145706677"/>
            <ac:spMk id="31" creationId="{C5D5C7B4-25C6-93A5-CB39-63D7C38B5030}"/>
          </ac:spMkLst>
        </pc:spChg>
        <pc:spChg chg="add">
          <ac:chgData name="Punit Desai, Tapal" userId="a032c3ea-8a9c-41df-97a3-e99d904a1afa" providerId="ADAL" clId="{ECDD860E-42F0-47F4-A247-9606F4C9BDBB}" dt="2026-09-30T08:51:47.449" v="258" actId="22"/>
          <ac:spMkLst>
            <pc:docMk/>
            <pc:sldMk cId="3952187419" sldId="2145706677"/>
            <ac:spMk id="33" creationId="{8C434777-86B9-1B9F-30C0-EF5A87987C4B}"/>
          </ac:spMkLst>
        </pc:spChg>
        <pc:spChg chg="add mod">
          <ac:chgData name="Punit Desai, Tapal" userId="a032c3ea-8a9c-41df-97a3-e99d904a1afa" providerId="ADAL" clId="{ECDD860E-42F0-47F4-A247-9606F4C9BDBB}" dt="2026-09-30T09:05:05.142" v="366" actId="207"/>
          <ac:spMkLst>
            <pc:docMk/>
            <pc:sldMk cId="3952187419" sldId="2145706677"/>
            <ac:spMk id="35" creationId="{2F28E5B1-BABA-798D-85FD-4BCD09D72B01}"/>
          </ac:spMkLst>
        </pc:spChg>
        <pc:spChg chg="mod">
          <ac:chgData name="Punit Desai, Tapal" userId="a032c3ea-8a9c-41df-97a3-e99d904a1afa" providerId="ADAL" clId="{ECDD860E-42F0-47F4-A247-9606F4C9BDBB}" dt="2026-09-30T09:05:09.377" v="367" actId="207"/>
          <ac:spMkLst>
            <pc:docMk/>
            <pc:sldMk cId="3952187419" sldId="2145706677"/>
            <ac:spMk id="45" creationId="{9590C756-6AB5-AD00-6798-40A060CE939B}"/>
          </ac:spMkLst>
        </pc:spChg>
        <pc:spChg chg="add">
          <ac:chgData name="Punit Desai, Tapal" userId="a032c3ea-8a9c-41df-97a3-e99d904a1afa" providerId="ADAL" clId="{ECDD860E-42F0-47F4-A247-9606F4C9BDBB}" dt="2026-09-30T08:51:47.449" v="258" actId="22"/>
          <ac:spMkLst>
            <pc:docMk/>
            <pc:sldMk cId="3952187419" sldId="2145706677"/>
            <ac:spMk id="49" creationId="{21D3DCA8-AAD4-3F3E-0F4C-1C7728697A10}"/>
          </ac:spMkLst>
        </pc:spChg>
        <pc:spChg chg="add">
          <ac:chgData name="Punit Desai, Tapal" userId="a032c3ea-8a9c-41df-97a3-e99d904a1afa" providerId="ADAL" clId="{ECDD860E-42F0-47F4-A247-9606F4C9BDBB}" dt="2026-09-30T08:51:47.449" v="258" actId="22"/>
          <ac:spMkLst>
            <pc:docMk/>
            <pc:sldMk cId="3952187419" sldId="2145706677"/>
            <ac:spMk id="51" creationId="{E2694350-7947-1865-A395-DB932C9F7C2E}"/>
          </ac:spMkLst>
        </pc:spChg>
      </pc:sldChg>
      <pc:sldChg chg="addSp modSp add mod">
        <pc:chgData name="Punit Desai, Tapal" userId="a032c3ea-8a9c-41df-97a3-e99d904a1afa" providerId="ADAL" clId="{ECDD860E-42F0-47F4-A247-9606F4C9BDBB}" dt="2026-09-30T09:06:05.239" v="374" actId="207"/>
        <pc:sldMkLst>
          <pc:docMk/>
          <pc:sldMk cId="3910372864" sldId="2145706678"/>
        </pc:sldMkLst>
        <pc:spChg chg="add mod">
          <ac:chgData name="Punit Desai, Tapal" userId="a032c3ea-8a9c-41df-97a3-e99d904a1afa" providerId="ADAL" clId="{ECDD860E-42F0-47F4-A247-9606F4C9BDBB}" dt="2026-09-30T09:05:24.828" v="368" actId="207"/>
          <ac:spMkLst>
            <pc:docMk/>
            <pc:sldMk cId="3910372864" sldId="2145706678"/>
            <ac:spMk id="5" creationId="{EA95A5E1-04E4-9150-EA91-B7CC6EFCD7F3}"/>
          </ac:spMkLst>
        </pc:spChg>
        <pc:spChg chg="mod">
          <ac:chgData name="Punit Desai, Tapal" userId="a032c3ea-8a9c-41df-97a3-e99d904a1afa" providerId="ADAL" clId="{ECDD860E-42F0-47F4-A247-9606F4C9BDBB}" dt="2026-09-30T09:05:30.465" v="369" actId="207"/>
          <ac:spMkLst>
            <pc:docMk/>
            <pc:sldMk cId="3910372864" sldId="2145706678"/>
            <ac:spMk id="9" creationId="{28AB80A6-782E-3478-6148-0C1996C52A31}"/>
          </ac:spMkLst>
        </pc:spChg>
        <pc:spChg chg="add mod">
          <ac:chgData name="Punit Desai, Tapal" userId="a032c3ea-8a9c-41df-97a3-e99d904a1afa" providerId="ADAL" clId="{ECDD860E-42F0-47F4-A247-9606F4C9BDBB}" dt="2026-09-30T09:05:43.333" v="370" actId="207"/>
          <ac:spMkLst>
            <pc:docMk/>
            <pc:sldMk cId="3910372864" sldId="2145706678"/>
            <ac:spMk id="13" creationId="{3D9EC6ED-56C7-3FD5-FEEA-677BC4E41B84}"/>
          </ac:spMkLst>
        </pc:spChg>
        <pc:spChg chg="add">
          <ac:chgData name="Punit Desai, Tapal" userId="a032c3ea-8a9c-41df-97a3-e99d904a1afa" providerId="ADAL" clId="{ECDD860E-42F0-47F4-A247-9606F4C9BDBB}" dt="2026-09-30T08:52:05.861" v="260" actId="22"/>
          <ac:spMkLst>
            <pc:docMk/>
            <pc:sldMk cId="3910372864" sldId="2145706678"/>
            <ac:spMk id="15" creationId="{7BCC86E5-6755-7387-3577-55ACA28FF239}"/>
          </ac:spMkLst>
        </pc:spChg>
        <pc:spChg chg="add mod">
          <ac:chgData name="Punit Desai, Tapal" userId="a032c3ea-8a9c-41df-97a3-e99d904a1afa" providerId="ADAL" clId="{ECDD860E-42F0-47F4-A247-9606F4C9BDBB}" dt="2026-09-30T09:05:45.883" v="371" actId="207"/>
          <ac:spMkLst>
            <pc:docMk/>
            <pc:sldMk cId="3910372864" sldId="2145706678"/>
            <ac:spMk id="17" creationId="{C4679D0F-6A3D-D911-B8D3-ABC8034A2A10}"/>
          </ac:spMkLst>
        </pc:spChg>
        <pc:spChg chg="add">
          <ac:chgData name="Punit Desai, Tapal" userId="a032c3ea-8a9c-41df-97a3-e99d904a1afa" providerId="ADAL" clId="{ECDD860E-42F0-47F4-A247-9606F4C9BDBB}" dt="2026-09-30T08:52:05.861" v="260" actId="22"/>
          <ac:spMkLst>
            <pc:docMk/>
            <pc:sldMk cId="3910372864" sldId="2145706678"/>
            <ac:spMk id="19" creationId="{E6416F2B-06F0-F472-A579-515FC086F002}"/>
          </ac:spMkLst>
        </pc:spChg>
        <pc:spChg chg="add">
          <ac:chgData name="Punit Desai, Tapal" userId="a032c3ea-8a9c-41df-97a3-e99d904a1afa" providerId="ADAL" clId="{ECDD860E-42F0-47F4-A247-9606F4C9BDBB}" dt="2026-09-30T08:52:05.861" v="260" actId="22"/>
          <ac:spMkLst>
            <pc:docMk/>
            <pc:sldMk cId="3910372864" sldId="2145706678"/>
            <ac:spMk id="21" creationId="{CA8D7D47-1E19-6584-A465-95AE0F444FE0}"/>
          </ac:spMkLst>
        </pc:spChg>
        <pc:spChg chg="add mod">
          <ac:chgData name="Punit Desai, Tapal" userId="a032c3ea-8a9c-41df-97a3-e99d904a1afa" providerId="ADAL" clId="{ECDD860E-42F0-47F4-A247-9606F4C9BDBB}" dt="2026-09-30T09:05:49.619" v="372" actId="207"/>
          <ac:spMkLst>
            <pc:docMk/>
            <pc:sldMk cId="3910372864" sldId="2145706678"/>
            <ac:spMk id="29" creationId="{780E79B6-D790-C9E0-B506-C5AC750A70E6}"/>
          </ac:spMkLst>
        </pc:spChg>
        <pc:spChg chg="mod">
          <ac:chgData name="Punit Desai, Tapal" userId="a032c3ea-8a9c-41df-97a3-e99d904a1afa" providerId="ADAL" clId="{ECDD860E-42F0-47F4-A247-9606F4C9BDBB}" dt="2026-09-30T09:06:01.751" v="373" actId="207"/>
          <ac:spMkLst>
            <pc:docMk/>
            <pc:sldMk cId="3910372864" sldId="2145706678"/>
            <ac:spMk id="35" creationId="{8127DD89-0744-8216-E562-F021D4B2D1D6}"/>
          </ac:spMkLst>
        </pc:spChg>
        <pc:spChg chg="add">
          <ac:chgData name="Punit Desai, Tapal" userId="a032c3ea-8a9c-41df-97a3-e99d904a1afa" providerId="ADAL" clId="{ECDD860E-42F0-47F4-A247-9606F4C9BDBB}" dt="2026-09-30T08:52:05.861" v="260" actId="22"/>
          <ac:spMkLst>
            <pc:docMk/>
            <pc:sldMk cId="3910372864" sldId="2145706678"/>
            <ac:spMk id="37" creationId="{C5904A3B-1D18-CC91-DE8F-D5CA7BC56D06}"/>
          </ac:spMkLst>
        </pc:spChg>
        <pc:spChg chg="mod">
          <ac:chgData name="Punit Desai, Tapal" userId="a032c3ea-8a9c-41df-97a3-e99d904a1afa" providerId="ADAL" clId="{ECDD860E-42F0-47F4-A247-9606F4C9BDBB}" dt="2026-09-30T09:06:05.239" v="374" actId="207"/>
          <ac:spMkLst>
            <pc:docMk/>
            <pc:sldMk cId="3910372864" sldId="2145706678"/>
            <ac:spMk id="45" creationId="{6FC0CD82-583D-9184-7223-74977122121C}"/>
          </ac:spMkLst>
        </pc:spChg>
        <pc:spChg chg="add">
          <ac:chgData name="Punit Desai, Tapal" userId="a032c3ea-8a9c-41df-97a3-e99d904a1afa" providerId="ADAL" clId="{ECDD860E-42F0-47F4-A247-9606F4C9BDBB}" dt="2026-09-30T08:52:05.861" v="260" actId="22"/>
          <ac:spMkLst>
            <pc:docMk/>
            <pc:sldMk cId="3910372864" sldId="2145706678"/>
            <ac:spMk id="49" creationId="{3368D1C6-481D-DCE6-101A-F5459E741126}"/>
          </ac:spMkLst>
        </pc:spChg>
        <pc:spChg chg="add">
          <ac:chgData name="Punit Desai, Tapal" userId="a032c3ea-8a9c-41df-97a3-e99d904a1afa" providerId="ADAL" clId="{ECDD860E-42F0-47F4-A247-9606F4C9BDBB}" dt="2026-09-30T08:52:05.861" v="260" actId="22"/>
          <ac:spMkLst>
            <pc:docMk/>
            <pc:sldMk cId="3910372864" sldId="2145706678"/>
            <ac:spMk id="51" creationId="{0529036D-6038-5930-CE77-EBEAA31BA63E}"/>
          </ac:spMkLst>
        </pc:spChg>
      </pc:sldChg>
      <pc:sldChg chg="addSp delSp modSp new mod ord">
        <pc:chgData name="Punit Desai, Tapal" userId="a032c3ea-8a9c-41df-97a3-e99d904a1afa" providerId="ADAL" clId="{ECDD860E-42F0-47F4-A247-9606F4C9BDBB}" dt="2026-09-30T08:55:48.930" v="294"/>
        <pc:sldMkLst>
          <pc:docMk/>
          <pc:sldMk cId="1981500132" sldId="2145706679"/>
        </pc:sldMkLst>
        <pc:spChg chg="del">
          <ac:chgData name="Punit Desai, Tapal" userId="a032c3ea-8a9c-41df-97a3-e99d904a1afa" providerId="ADAL" clId="{ECDD860E-42F0-47F4-A247-9606F4C9BDBB}" dt="2026-09-30T08:55:34.875" v="290" actId="478"/>
          <ac:spMkLst>
            <pc:docMk/>
            <pc:sldMk cId="1981500132" sldId="2145706679"/>
            <ac:spMk id="2" creationId="{4A1C07AE-4979-F89B-2A23-0ABC1A50E338}"/>
          </ac:spMkLst>
        </pc:spChg>
        <pc:spChg chg="del">
          <ac:chgData name="Punit Desai, Tapal" userId="a032c3ea-8a9c-41df-97a3-e99d904a1afa" providerId="ADAL" clId="{ECDD860E-42F0-47F4-A247-9606F4C9BDBB}" dt="2026-09-30T08:55:39.030" v="291" actId="478"/>
          <ac:spMkLst>
            <pc:docMk/>
            <pc:sldMk cId="1981500132" sldId="2145706679"/>
            <ac:spMk id="3" creationId="{9DD8EE13-7771-CBC1-31BB-4E63314BA767}"/>
          </ac:spMkLst>
        </pc:spChg>
        <pc:spChg chg="del">
          <ac:chgData name="Punit Desai, Tapal" userId="a032c3ea-8a9c-41df-97a3-e99d904a1afa" providerId="ADAL" clId="{ECDD860E-42F0-47F4-A247-9606F4C9BDBB}" dt="2026-09-30T08:55:39.030" v="291" actId="478"/>
          <ac:spMkLst>
            <pc:docMk/>
            <pc:sldMk cId="1981500132" sldId="2145706679"/>
            <ac:spMk id="4" creationId="{CC855248-B485-55B5-ED25-3D917365B399}"/>
          </ac:spMkLst>
        </pc:spChg>
        <pc:spChg chg="del">
          <ac:chgData name="Punit Desai, Tapal" userId="a032c3ea-8a9c-41df-97a3-e99d904a1afa" providerId="ADAL" clId="{ECDD860E-42F0-47F4-A247-9606F4C9BDBB}" dt="2026-09-30T08:55:39.030" v="291" actId="478"/>
          <ac:spMkLst>
            <pc:docMk/>
            <pc:sldMk cId="1981500132" sldId="2145706679"/>
            <ac:spMk id="5" creationId="{FEC1F4DB-5BAC-A0E9-2DFE-CF186351110C}"/>
          </ac:spMkLst>
        </pc:spChg>
        <pc:spChg chg="del">
          <ac:chgData name="Punit Desai, Tapal" userId="a032c3ea-8a9c-41df-97a3-e99d904a1afa" providerId="ADAL" clId="{ECDD860E-42F0-47F4-A247-9606F4C9BDBB}" dt="2026-09-30T08:55:34.875" v="290" actId="478"/>
          <ac:spMkLst>
            <pc:docMk/>
            <pc:sldMk cId="1981500132" sldId="2145706679"/>
            <ac:spMk id="6" creationId="{00907F3C-8C8B-6C55-457C-243E4E0FE3E0}"/>
          </ac:spMkLst>
        </pc:spChg>
        <pc:spChg chg="del">
          <ac:chgData name="Punit Desai, Tapal" userId="a032c3ea-8a9c-41df-97a3-e99d904a1afa" providerId="ADAL" clId="{ECDD860E-42F0-47F4-A247-9606F4C9BDBB}" dt="2026-09-30T08:55:34.875" v="290" actId="478"/>
          <ac:spMkLst>
            <pc:docMk/>
            <pc:sldMk cId="1981500132" sldId="2145706679"/>
            <ac:spMk id="7" creationId="{4590BBD0-7A33-5598-BB0E-2D0E0DF6DC21}"/>
          </ac:spMkLst>
        </pc:spChg>
        <pc:spChg chg="add mod">
          <ac:chgData name="Punit Desai, Tapal" userId="a032c3ea-8a9c-41df-97a3-e99d904a1afa" providerId="ADAL" clId="{ECDD860E-42F0-47F4-A247-9606F4C9BDBB}" dt="2026-09-30T08:55:48.930" v="294"/>
          <ac:spMkLst>
            <pc:docMk/>
            <pc:sldMk cId="1981500132" sldId="2145706679"/>
            <ac:spMk id="10" creationId="{3CF3A018-8F56-E784-4745-DB44DC2A7FA2}"/>
          </ac:spMkLst>
        </pc:spChg>
        <pc:graphicFrameChg chg="add">
          <ac:chgData name="Punit Desai, Tapal" userId="a032c3ea-8a9c-41df-97a3-e99d904a1afa" providerId="ADAL" clId="{ECDD860E-42F0-47F4-A247-9606F4C9BDBB}" dt="2026-09-30T08:55:40.325" v="292" actId="22"/>
          <ac:graphicFrameMkLst>
            <pc:docMk/>
            <pc:sldMk cId="1981500132" sldId="2145706679"/>
            <ac:graphicFrameMk id="9" creationId="{5495A275-7EB8-FFCB-E718-2B79E85F8F22}"/>
          </ac:graphicFrameMkLst>
        </pc:graphicFrameChg>
      </pc:sldChg>
      <pc:sldMasterChg chg="del delSldLayout">
        <pc:chgData name="Punit Desai, Tapal" userId="a032c3ea-8a9c-41df-97a3-e99d904a1afa" providerId="ADAL" clId="{ECDD860E-42F0-47F4-A247-9606F4C9BDBB}" dt="2026-09-30T08:52:11.233" v="261" actId="47"/>
        <pc:sldMasterMkLst>
          <pc:docMk/>
          <pc:sldMasterMk cId="0" sldId="2147483648"/>
        </pc:sldMasterMkLst>
        <pc:sldLayoutChg chg="del">
          <pc:chgData name="Punit Desai, Tapal" userId="a032c3ea-8a9c-41df-97a3-e99d904a1afa" providerId="ADAL" clId="{ECDD860E-42F0-47F4-A247-9606F4C9BDBB}" dt="2026-09-30T08:52:11.233" v="261" actId="47"/>
          <pc:sldLayoutMkLst>
            <pc:docMk/>
            <pc:sldMasterMk cId="0" sldId="2147483648"/>
            <pc:sldLayoutMk cId="0" sldId="2147483649"/>
          </pc:sldLayoutMkLst>
        </pc:sldLayoutChg>
      </pc:sldMasterChg>
      <pc:sldMasterChg chg="modSldLayout">
        <pc:chgData name="Punit Desai, Tapal" userId="a032c3ea-8a9c-41df-97a3-e99d904a1afa" providerId="ADAL" clId="{ECDD860E-42F0-47F4-A247-9606F4C9BDBB}" dt="2026-09-30T08:52:28.214" v="262" actId="20577"/>
        <pc:sldMasterMkLst>
          <pc:docMk/>
          <pc:sldMasterMk cId="824153388" sldId="2147483650"/>
        </pc:sldMasterMkLst>
        <pc:sldLayoutChg chg="modSp mod">
          <pc:chgData name="Punit Desai, Tapal" userId="a032c3ea-8a9c-41df-97a3-e99d904a1afa" providerId="ADAL" clId="{ECDD860E-42F0-47F4-A247-9606F4C9BDBB}" dt="2026-09-30T08:52:28.214" v="262" actId="20577"/>
          <pc:sldLayoutMkLst>
            <pc:docMk/>
            <pc:sldMasterMk cId="824153388" sldId="2147483650"/>
            <pc:sldLayoutMk cId="3866539995" sldId="2147483709"/>
          </pc:sldLayoutMkLst>
          <pc:spChg chg="mod">
            <ac:chgData name="Punit Desai, Tapal" userId="a032c3ea-8a9c-41df-97a3-e99d904a1afa" providerId="ADAL" clId="{ECDD860E-42F0-47F4-A247-9606F4C9BDBB}" dt="2026-09-30T08:52:28.214" v="262" actId="20577"/>
            <ac:spMkLst>
              <pc:docMk/>
              <pc:sldMasterMk cId="824153388" sldId="2147483650"/>
              <pc:sldLayoutMk cId="3866539995" sldId="2147483709"/>
              <ac:spMk id="4" creationId="{B1DCB544-C864-D4C7-146D-83B61717B1E6}"/>
            </ac:spMkLst>
          </pc:spChg>
        </pc:sldLayoutChg>
      </pc:sldMasterChg>
      <pc:sldMasterChg chg="del delSldLayout">
        <pc:chgData name="Punit Desai, Tapal" userId="a032c3ea-8a9c-41df-97a3-e99d904a1afa" providerId="ADAL" clId="{ECDD860E-42F0-47F4-A247-9606F4C9BDBB}" dt="2026-09-30T08:55:52.733" v="295" actId="47"/>
        <pc:sldMasterMkLst>
          <pc:docMk/>
          <pc:sldMasterMk cId="2990988349" sldId="2147483710"/>
        </pc:sldMasterMkLst>
        <pc:sldLayoutChg chg="del">
          <pc:chgData name="Punit Desai, Tapal" userId="a032c3ea-8a9c-41df-97a3-e99d904a1afa" providerId="ADAL" clId="{ECDD860E-42F0-47F4-A247-9606F4C9BDBB}" dt="2026-09-30T08:55:52.733" v="295" actId="47"/>
          <pc:sldLayoutMkLst>
            <pc:docMk/>
            <pc:sldMasterMk cId="2990988349" sldId="2147483710"/>
            <pc:sldLayoutMk cId="2671144054" sldId="2147483711"/>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2874840989" sldId="2147483712"/>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1374545542" sldId="2147483713"/>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2342665115" sldId="2147483714"/>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1636810436" sldId="2147483715"/>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316443854" sldId="2147483716"/>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987891175" sldId="2147483717"/>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40758137" sldId="2147483718"/>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2950983483" sldId="2147483719"/>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4262078709" sldId="2147483720"/>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2068052877" sldId="2147483721"/>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632779510" sldId="2147483722"/>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280649936" sldId="2147483723"/>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2575545332" sldId="2147483724"/>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154224675" sldId="2147483725"/>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4099411712" sldId="2147483726"/>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3820621451" sldId="2147483727"/>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2588221508" sldId="2147483728"/>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2901626434" sldId="2147483729"/>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1811481436" sldId="2147483730"/>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2171197335" sldId="2147483731"/>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1957338829" sldId="2147483732"/>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913347571" sldId="2147483733"/>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2042244380" sldId="2147483734"/>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2238188434" sldId="2147483735"/>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1174976871" sldId="2147483736"/>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665732780" sldId="2147483737"/>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2387021651" sldId="2147483738"/>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509913022" sldId="2147483739"/>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2369012842" sldId="2147483740"/>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1598782807" sldId="2147483741"/>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4017345158" sldId="2147483742"/>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3304614440" sldId="2147483743"/>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2333917921" sldId="2147483744"/>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3586385026" sldId="2147483745"/>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558068863" sldId="2147483746"/>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1134053244" sldId="2147483747"/>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231819592" sldId="2147483748"/>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3932493664" sldId="2147483749"/>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3140681529" sldId="2147483750"/>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274613466" sldId="2147483751"/>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3204066026" sldId="2147483752"/>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1284256229" sldId="2147483753"/>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3259135086" sldId="2147483754"/>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1995671705" sldId="2147483755"/>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540743071" sldId="2147483756"/>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1839488526" sldId="2147483757"/>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3589528986" sldId="2147483758"/>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3568428930" sldId="2147483759"/>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1820249646" sldId="2147483760"/>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364408785" sldId="2147483761"/>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3063774575" sldId="2147483762"/>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1595114964" sldId="2147483763"/>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38389587" sldId="2147483764"/>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3665038838" sldId="2147483765"/>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2437699328" sldId="2147483766"/>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3370916669" sldId="2147483767"/>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1892415142" sldId="2147483768"/>
          </pc:sldLayoutMkLst>
        </pc:sldLayoutChg>
        <pc:sldLayoutChg chg="del">
          <pc:chgData name="Punit Desai, Tapal" userId="a032c3ea-8a9c-41df-97a3-e99d904a1afa" providerId="ADAL" clId="{ECDD860E-42F0-47F4-A247-9606F4C9BDBB}" dt="2026-09-30T08:55:52.733" v="295" actId="47"/>
          <pc:sldLayoutMkLst>
            <pc:docMk/>
            <pc:sldMasterMk cId="2990988349" sldId="2147483710"/>
            <pc:sldLayoutMk cId="2700623515" sldId="2147483769"/>
          </pc:sldLayoutMkLst>
        </pc:sldLayoutChg>
      </pc:sldMasterChg>
      <pc:sldMasterChg chg="delSp mod">
        <pc:chgData name="Punit Desai, Tapal" userId="a032c3ea-8a9c-41df-97a3-e99d904a1afa" providerId="ADAL" clId="{ECDD860E-42F0-47F4-A247-9606F4C9BDBB}" dt="2026-09-30T08:46:32.727" v="117" actId="21"/>
        <pc:sldMasterMkLst>
          <pc:docMk/>
          <pc:sldMasterMk cId="691674143" sldId="2147483770"/>
        </pc:sldMasterMkLst>
        <pc:grpChg chg="del">
          <ac:chgData name="Punit Desai, Tapal" userId="a032c3ea-8a9c-41df-97a3-e99d904a1afa" providerId="ADAL" clId="{ECDD860E-42F0-47F4-A247-9606F4C9BDBB}" dt="2026-09-30T08:46:32.727" v="117" actId="21"/>
          <ac:grpSpMkLst>
            <pc:docMk/>
            <pc:sldMasterMk cId="691674143" sldId="2147483770"/>
            <ac:grpSpMk id="3" creationId="{9962DC9F-19EF-0160-1ECB-38EA543386E4}"/>
          </ac:grpSpMkLst>
        </pc:gr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8945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8.png"/><Relationship Id="rId3" Type="http://schemas.openxmlformats.org/officeDocument/2006/relationships/tags" Target="../tags/tag3.xml"/><Relationship Id="rId7" Type="http://schemas.openxmlformats.org/officeDocument/2006/relationships/image" Target="../media/image5.png"/><Relationship Id="rId12" Type="http://schemas.openxmlformats.org/officeDocument/2006/relationships/hyperlink" Target="http://www.linkedin.com/company/capgemini" TargetMode="Externa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hyperlink" Target="https://www.glassdoor.com/Overview/Working-at-Capgemini-EI_IE3803.11,20.htm" TargetMode="External"/><Relationship Id="rId11" Type="http://schemas.openxmlformats.org/officeDocument/2006/relationships/image" Target="../media/image7.png"/><Relationship Id="rId5" Type="http://schemas.openxmlformats.org/officeDocument/2006/relationships/slideMaster" Target="../slideMasters/slideMaster1.xml"/><Relationship Id="rId1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tags" Target="../tags/tag4.xml"/><Relationship Id="rId9" Type="http://schemas.openxmlformats.org/officeDocument/2006/relationships/image" Target="../media/image6.png"/><Relationship Id="rId14" Type="http://schemas.openxmlformats.org/officeDocument/2006/relationships/hyperlink" Target="https://www.instagram.com/capgemini/" TargetMode="External"/></Relationships>
</file>

<file path=ppt/slideLayouts/_rels/slideLayout58.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8.png"/></Relationships>
</file>

<file path=ppt/slideLayouts/_rels/slideLayout59.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0.png"/><Relationship Id="rId7" Type="http://schemas.microsoft.com/office/2007/relationships/hdphoto" Target="../media/hdphoto2.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12.png"/><Relationship Id="rId18" Type="http://schemas.openxmlformats.org/officeDocument/2006/relationships/hyperlink" Target="https://www.instagram.com/capgemini/" TargetMode="External"/><Relationship Id="rId3" Type="http://schemas.openxmlformats.org/officeDocument/2006/relationships/tags" Target="../tags/tag7.xml"/><Relationship Id="rId7" Type="http://schemas.openxmlformats.org/officeDocument/2006/relationships/image" Target="../media/image10.png"/><Relationship Id="rId12" Type="http://schemas.openxmlformats.org/officeDocument/2006/relationships/hyperlink" Target="http://www.facebook.com/capgemini" TargetMode="External"/><Relationship Id="rId17" Type="http://schemas.microsoft.com/office/2007/relationships/hdphoto" Target="../media/hdphoto9.wdp"/><Relationship Id="rId2" Type="http://schemas.openxmlformats.org/officeDocument/2006/relationships/tags" Target="../tags/tag6.xml"/><Relationship Id="rId16" Type="http://schemas.openxmlformats.org/officeDocument/2006/relationships/image" Target="../media/image13.png"/><Relationship Id="rId20" Type="http://schemas.microsoft.com/office/2007/relationships/hdphoto" Target="../media/hdphoto10.wdp"/><Relationship Id="rId1" Type="http://schemas.openxmlformats.org/officeDocument/2006/relationships/tags" Target="../tags/tag5.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7.wdp"/><Relationship Id="rId5" Type="http://schemas.openxmlformats.org/officeDocument/2006/relationships/slideMaster" Target="../slideMasters/slideMaster2.xml"/><Relationship Id="rId15" Type="http://schemas.openxmlformats.org/officeDocument/2006/relationships/hyperlink" Target="http://www.linkedin.com/company/capgemini" TargetMode="External"/><Relationship Id="rId10" Type="http://schemas.openxmlformats.org/officeDocument/2006/relationships/image" Target="../media/image11.png"/><Relationship Id="rId19" Type="http://schemas.openxmlformats.org/officeDocument/2006/relationships/image" Target="../media/image14.png"/><Relationship Id="rId4" Type="http://schemas.openxmlformats.org/officeDocument/2006/relationships/tags" Target="../tags/tag8.xml"/><Relationship Id="rId9" Type="http://schemas.openxmlformats.org/officeDocument/2006/relationships/hyperlink" Target="http://www.youtube.com/capgeminimedia" TargetMode="External"/><Relationship Id="rId14" Type="http://schemas.microsoft.com/office/2007/relationships/hdphoto" Target="../media/hdphoto8.wdp"/></Relationships>
</file>

<file path=ppt/slideLayouts/_rels/slideLayout117.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3" Type="http://schemas.openxmlformats.org/officeDocument/2006/relationships/image" Target="../media/image10.png"/><Relationship Id="rId7" Type="http://schemas.microsoft.com/office/2007/relationships/hdphoto" Target="../media/hdphoto7.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2.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_rels/slideLayout118.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0.png"/><Relationship Id="rId7" Type="http://schemas.microsoft.com/office/2007/relationships/hdphoto" Target="../media/hdphoto2.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2.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Tree>
    <p:extLst>
      <p:ext uri="{BB962C8B-B14F-4D97-AF65-F5344CB8AC3E}">
        <p14:creationId xmlns:p14="http://schemas.microsoft.com/office/powerpoint/2010/main" val="286691669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14818357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p:spPr>
        <p:txBody>
          <a:bodyPr/>
          <a:lstStyle>
            <a:lvl1pPr>
              <a:lnSpc>
                <a:spcPct val="75000"/>
              </a:lnSpc>
              <a:defRPr sz="17200">
                <a:solidFill>
                  <a:schemeClr val="accent2"/>
                </a:solidFill>
                <a:latin typeface="Ubuntu Light" panose="020B0304030602030204" pitchFamily="34" charset="0"/>
              </a:defRPr>
            </a:lvl1pPr>
          </a:lstStyle>
          <a:p>
            <a:r>
              <a:rPr lang="en-US" dirty="0"/>
              <a:t>Master title style</a:t>
            </a:r>
          </a:p>
        </p:txBody>
      </p:sp>
    </p:spTree>
    <p:extLst>
      <p:ext uri="{BB962C8B-B14F-4D97-AF65-F5344CB8AC3E}">
        <p14:creationId xmlns:p14="http://schemas.microsoft.com/office/powerpoint/2010/main" val="216152418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dirty="0"/>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lvl1pPr>
              <a:defRPr>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40047880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p:spPr>
        <p:txBody>
          <a:bodyPr anchor="b"/>
          <a:lstStyle>
            <a:lvl1pPr>
              <a:lnSpc>
                <a:spcPct val="90000"/>
              </a:lnSpc>
              <a:defRPr sz="7200">
                <a:solidFill>
                  <a:schemeClr val="bg1"/>
                </a:solidFill>
                <a:latin typeface="Ubuntu Light" panose="020B0304030602030204" pitchFamily="34" charset="0"/>
              </a:defRPr>
            </a:lvl1pPr>
          </a:lstStyle>
          <a:p>
            <a:r>
              <a:rPr lang="en-US"/>
              <a:t>Click to edit Master title style</a:t>
            </a:r>
            <a:endParaRPr lang="en-PL" dirty="0"/>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68968313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endParaRPr lang="en-US" dirty="0"/>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413370916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endParaRPr lang="en-US" dirty="0"/>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47512139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p:spPr>
        <p:txBody>
          <a:bodyPr anchor="b"/>
          <a:lstStyle>
            <a:lvl1pPr>
              <a:defRPr sz="5400">
                <a:solidFill>
                  <a:schemeClr val="bg1"/>
                </a:solidFill>
              </a:defRPr>
            </a:lvl1pPr>
          </a:lstStyle>
          <a:p>
            <a:r>
              <a:rPr lang="en-US"/>
              <a:t>Click to edit Master title style</a:t>
            </a:r>
            <a:endParaRPr lang="en-PL" dirty="0"/>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53883607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384" y="1628800"/>
            <a:ext cx="7920880"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Tree>
    <p:extLst>
      <p:ext uri="{BB962C8B-B14F-4D97-AF65-F5344CB8AC3E}">
        <p14:creationId xmlns:p14="http://schemas.microsoft.com/office/powerpoint/2010/main" val="2584710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5993" y="2007152"/>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5993" y="259976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5993" y="3192378"/>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5993" y="3784991"/>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5993" y="437760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5993" y="4970219"/>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5993" y="5562833"/>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Tree>
    <p:extLst>
      <p:ext uri="{BB962C8B-B14F-4D97-AF65-F5344CB8AC3E}">
        <p14:creationId xmlns:p14="http://schemas.microsoft.com/office/powerpoint/2010/main" val="896658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Agenda 3">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4" name="Rectangle 3">
            <a:extLst>
              <a:ext uri="{FF2B5EF4-FFF2-40B4-BE49-F238E27FC236}">
                <a16:creationId xmlns:a16="http://schemas.microsoft.com/office/drawing/2014/main" id="{A57CC5E8-E0D3-3603-2CC6-A8BAF2820A56}"/>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Date Placeholder 4">
            <a:extLst>
              <a:ext uri="{FF2B5EF4-FFF2-40B4-BE49-F238E27FC236}">
                <a16:creationId xmlns:a16="http://schemas.microsoft.com/office/drawing/2014/main" id="{C85C206C-01EC-0BBE-D2E8-677FD637D3BC}"/>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6" name="Footer Placeholder 5">
            <a:extLst>
              <a:ext uri="{FF2B5EF4-FFF2-40B4-BE49-F238E27FC236}">
                <a16:creationId xmlns:a16="http://schemas.microsoft.com/office/drawing/2014/main" id="{1A7A574E-257C-8BFC-960C-B7B5AD0FA9BD}"/>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0" name="Slide Number Placeholder 9">
            <a:extLst>
              <a:ext uri="{FF2B5EF4-FFF2-40B4-BE49-F238E27FC236}">
                <a16:creationId xmlns:a16="http://schemas.microsoft.com/office/drawing/2014/main" id="{57BCB7A3-F93F-039D-8ADA-0AF4B6D42BB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Title Placeholder 4">
            <a:extLst>
              <a:ext uri="{FF2B5EF4-FFF2-40B4-BE49-F238E27FC236}">
                <a16:creationId xmlns:a16="http://schemas.microsoft.com/office/drawing/2014/main" id="{5EC122AA-AED0-3A03-5B9E-6472B3239926}"/>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2237138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Agenda 4">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13" name="Date Placeholder 12">
            <a:extLst>
              <a:ext uri="{FF2B5EF4-FFF2-40B4-BE49-F238E27FC236}">
                <a16:creationId xmlns:a16="http://schemas.microsoft.com/office/drawing/2014/main" id="{D3A8E554-610E-ED51-EC6E-2FC32243D4A2}"/>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8" name="Footer Placeholder 17">
            <a:extLst>
              <a:ext uri="{FF2B5EF4-FFF2-40B4-BE49-F238E27FC236}">
                <a16:creationId xmlns:a16="http://schemas.microsoft.com/office/drawing/2014/main" id="{9BFC3022-C813-4A4B-8BBB-04ABD482D77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9" name="Slide Number Placeholder 18">
            <a:extLst>
              <a:ext uri="{FF2B5EF4-FFF2-40B4-BE49-F238E27FC236}">
                <a16:creationId xmlns:a16="http://schemas.microsoft.com/office/drawing/2014/main" id="{AE448402-C879-6591-3855-645E636D6FAF}"/>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itle Placeholder 4">
            <a:extLst>
              <a:ext uri="{FF2B5EF4-FFF2-40B4-BE49-F238E27FC236}">
                <a16:creationId xmlns:a16="http://schemas.microsoft.com/office/drawing/2014/main" id="{58A80D78-DE60-96EF-D118-992F247BC2BB}"/>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26414694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chemeClr val="accent3"/>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3"/>
                </a:solidFill>
              </a:defRPr>
            </a:lvl1pPr>
          </a:lstStyle>
          <a:p>
            <a:pPr lvl="0"/>
            <a:r>
              <a:rPr lang="en-GB" dirty="0"/>
              <a:t>01</a:t>
            </a:r>
            <a:endParaRPr lang="en-PL" dirty="0"/>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28676643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tx1"/>
                </a:solidFill>
              </a:defRPr>
            </a:lvl1pPr>
          </a:lstStyle>
          <a:p>
            <a:pPr lvl="0"/>
            <a:r>
              <a:rPr lang="en-GB" dirty="0"/>
              <a:t>01</a:t>
            </a:r>
            <a:endParaRPr lang="en-PL" dirty="0"/>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9374" y="4257063"/>
            <a:ext cx="7032625"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5" name="Logo Placeholder 7">
            <a:extLst>
              <a:ext uri="{FF2B5EF4-FFF2-40B4-BE49-F238E27FC236}">
                <a16:creationId xmlns:a16="http://schemas.microsoft.com/office/drawing/2014/main" id="{0B3C3CBD-E738-C78E-0E05-CABF012E6391}"/>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4166490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15980977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13682657-FA28-8301-9AF3-F2AE614DCDE3}"/>
              </a:ext>
            </a:extLst>
          </p:cNvPr>
          <p:cNvSpPr>
            <a:spLocks noGrp="1"/>
          </p:cNvSpPr>
          <p:nvPr>
            <p:ph type="body" sz="quarter" idx="22"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solidFill>
                  <a:schemeClr val="tx1"/>
                </a:solidFill>
              </a:defRPr>
            </a:lvl1pPr>
          </a:lstStyle>
          <a:p>
            <a:pPr lvl="0">
              <a:spcBef>
                <a:spcPts val="0"/>
              </a:spcBef>
            </a:pPr>
            <a:r>
              <a:rPr lang="en-US" dirty="0"/>
              <a:t>01</a:t>
            </a:r>
          </a:p>
        </p:txBody>
      </p:sp>
      <p:sp>
        <p:nvSpPr>
          <p:cNvPr id="9" name="Title 5">
            <a:extLst>
              <a:ext uri="{FF2B5EF4-FFF2-40B4-BE49-F238E27FC236}">
                <a16:creationId xmlns:a16="http://schemas.microsoft.com/office/drawing/2014/main" id="{1861857D-180D-4FE5-399B-DE08A8B1548C}"/>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7" name="Gradient Placeholder 5">
            <a:extLst>
              <a:ext uri="{FF2B5EF4-FFF2-40B4-BE49-F238E27FC236}">
                <a16:creationId xmlns:a16="http://schemas.microsoft.com/office/drawing/2014/main" id="{0571978A-A079-2CFE-0A83-D7D525496E16}"/>
              </a:ext>
            </a:extLst>
          </p:cNvPr>
          <p:cNvSpPr>
            <a:spLocks noGrp="1"/>
          </p:cNvSpPr>
          <p:nvPr>
            <p:ph type="body" sz="quarter" idx="28" hasCustomPrompt="1"/>
          </p:nvPr>
        </p:nvSpPr>
        <p:spPr>
          <a:xfrm rot="16200000">
            <a:off x="-50850" y="3339001"/>
            <a:ext cx="6857998"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dirty="0"/>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3" name="Logo Placeholder 7">
            <a:extLst>
              <a:ext uri="{FF2B5EF4-FFF2-40B4-BE49-F238E27FC236}">
                <a16:creationId xmlns:a16="http://schemas.microsoft.com/office/drawing/2014/main" id="{DCFC13AE-0F74-A4CB-F711-D9650A2D5CC3}"/>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40707492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3264086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249450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Chapter Placeholder 2">
            <a:extLst>
              <a:ext uri="{FF2B5EF4-FFF2-40B4-BE49-F238E27FC236}">
                <a16:creationId xmlns:a16="http://schemas.microsoft.com/office/drawing/2014/main" id="{23CF6BB0-AE4E-8C5D-62B2-A2216E42A57E}"/>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 name="Title Placeholder 4">
            <a:extLst>
              <a:ext uri="{FF2B5EF4-FFF2-40B4-BE49-F238E27FC236}">
                <a16:creationId xmlns:a16="http://schemas.microsoft.com/office/drawing/2014/main" id="{8616DD99-E5DF-50D2-33AF-495DCBE920C3}"/>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Tree>
    <p:extLst>
      <p:ext uri="{BB962C8B-B14F-4D97-AF65-F5344CB8AC3E}">
        <p14:creationId xmlns:p14="http://schemas.microsoft.com/office/powerpoint/2010/main" val="16058866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endParaRPr lang="en-US" dirty="0"/>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452500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54880E18-9261-E63B-CB03-844BADE7AE64}"/>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019E92FE-5A18-711B-5160-9AA65A58DEE3}"/>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0" name="Content Placeholder 5">
            <a:extLst>
              <a:ext uri="{FF2B5EF4-FFF2-40B4-BE49-F238E27FC236}">
                <a16:creationId xmlns:a16="http://schemas.microsoft.com/office/drawing/2014/main" id="{29DC02C4-69E4-1466-4B58-A9AE3DE4EE00}"/>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hapter Placeholder 2">
            <a:extLst>
              <a:ext uri="{FF2B5EF4-FFF2-40B4-BE49-F238E27FC236}">
                <a16:creationId xmlns:a16="http://schemas.microsoft.com/office/drawing/2014/main" id="{87F47C03-95E0-E83E-1625-0EE59F600C9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2217460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Text Placeholder 9">
            <a:extLst>
              <a:ext uri="{FF2B5EF4-FFF2-40B4-BE49-F238E27FC236}">
                <a16:creationId xmlns:a16="http://schemas.microsoft.com/office/drawing/2014/main" id="{D5413FD6-CC71-0BBC-BD58-8FB1021590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19854568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5A263D2-B0DE-B389-B995-EAF85F8F77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E424A66F-C6AA-DB93-F283-9B8E0095FE3A}"/>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9" name="Chapter Placeholder 2">
            <a:extLst>
              <a:ext uri="{FF2B5EF4-FFF2-40B4-BE49-F238E27FC236}">
                <a16:creationId xmlns:a16="http://schemas.microsoft.com/office/drawing/2014/main" id="{4B67ACC0-0B24-726E-19DC-02446FF83EB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8214233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endParaRPr lang="en-US" dirty="0"/>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677391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endParaRPr lang="en-US" dirty="0"/>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0326834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176148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0254878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Tree>
    <p:extLst>
      <p:ext uri="{BB962C8B-B14F-4D97-AF65-F5344CB8AC3E}">
        <p14:creationId xmlns:p14="http://schemas.microsoft.com/office/powerpoint/2010/main" val="3329199581"/>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Tree>
    <p:extLst>
      <p:ext uri="{BB962C8B-B14F-4D97-AF65-F5344CB8AC3E}">
        <p14:creationId xmlns:p14="http://schemas.microsoft.com/office/powerpoint/2010/main" val="3432813930"/>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endParaRPr lang="en-US" dirty="0"/>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36055135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endParaRPr lang="en-US" dirty="0"/>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520183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endParaRPr lang="en-US" dirty="0"/>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57660406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2952969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Tree>
    <p:extLst>
      <p:ext uri="{BB962C8B-B14F-4D97-AF65-F5344CB8AC3E}">
        <p14:creationId xmlns:p14="http://schemas.microsoft.com/office/powerpoint/2010/main" val="287696378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7983050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122343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85747774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655668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80563653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71822810"/>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81415521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69867625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7664897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endParaRPr lang="en-US" dirty="0"/>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87954549"/>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260947187"/>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endParaRPr lang="en-US" dirty="0"/>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5974999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endParaRPr lang="en-US" dirty="0"/>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9211035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dirty="0"/>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997820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endParaRPr lang="en-US" dirty="0"/>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1527537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solidFill>
                  <a:schemeClr val="bg1"/>
                </a:solidFill>
                <a:effectLst>
                  <a:outerShdw blurRad="1016000" dir="5400000" algn="ctr" rotWithShape="0">
                    <a:schemeClr val="tx1">
                      <a:alpha val="49641"/>
                    </a:schemeClr>
                  </a:outerShdw>
                </a:effectLst>
              </a:defRPr>
            </a:lvl1pPr>
          </a:lstStyle>
          <a:p>
            <a:r>
              <a:rPr lang="en-US"/>
              <a:t>Click to edit Master title style</a:t>
            </a:r>
            <a:endParaRPr lang="en-US" dirty="0"/>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solidFill>
                  <a:schemeClr val="bg1"/>
                </a:solidFill>
              </a:defRPr>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50BC5634-6A28-9D33-20CF-70AC9E959BE7}"/>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471502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endParaRPr lang="en-US" dirty="0"/>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26634936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5459D9FD-10B1-F1DE-30EA-A0D3AFDA68E8}"/>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10709404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4909689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solidFill>
                  <a:schemeClr val="bg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solidFill>
                  <a:schemeClr val="bg1"/>
                </a:solidFill>
              </a:defRPr>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ED7570D-FB24-0E99-F979-503094A97154}"/>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7275024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02163332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p:spPr>
        <p:txBody>
          <a:bodyPr anchor="b">
            <a:noAutofit/>
          </a:bodyPr>
          <a:lstStyle>
            <a:lvl1pPr algn="r">
              <a:defRPr sz="4800">
                <a:solidFill>
                  <a:schemeClr val="bg1"/>
                </a:solidFill>
              </a:defRPr>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84DB15FA-DBE5-94F0-C763-DAB527467EF9}"/>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75441433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tx1"/>
                </a:solidFill>
                <a:latin typeface="+mn-lt"/>
                <a:cs typeface="Arial"/>
              </a:rPr>
              <a:t>Copyright © 2026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Ubuntu" panose="020B0504030602030204" pitchFamily="34" charset="0"/>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Ubuntu" panose="020B0504030602030204" pitchFamily="34" charset="0"/>
              </a:rPr>
              <a:t>w</a:t>
            </a:r>
            <a:r>
              <a:rPr lang="en-US" sz="1050" err="1">
                <a:solidFill>
                  <a:schemeClr val="tx1"/>
                </a:solidFill>
                <a:latin typeface="Ubuntu" panose="020B0504030602030204" pitchFamily="34" charset="0"/>
              </a:rPr>
              <a:t>ww.capgemini.com</a:t>
            </a:r>
            <a:endParaRPr lang="en-US" sz="1050">
              <a:solidFill>
                <a:schemeClr val="tx1"/>
              </a:solidFill>
              <a:latin typeface="Ubuntu" panose="020B0504030602030204" pitchFamily="34" charset="0"/>
            </a:endParaRP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tx2"/>
              </a:solidFill>
              <a:latin typeface="Ubuntu" panose="020B0504030602030204" pitchFamily="34" charset="0"/>
            </a:endParaRPr>
          </a:p>
        </p:txBody>
      </p:sp>
      <p:grpSp>
        <p:nvGrpSpPr>
          <p:cNvPr id="3" name="Group 2">
            <a:extLst>
              <a:ext uri="{FF2B5EF4-FFF2-40B4-BE49-F238E27FC236}">
                <a16:creationId xmlns:a16="http://schemas.microsoft.com/office/drawing/2014/main" id="{032EA5D1-01BC-8547-E583-F4461E337B07}"/>
              </a:ext>
            </a:extLst>
          </p:cNvPr>
          <p:cNvGrpSpPr/>
          <p:nvPr userDrawn="1"/>
        </p:nvGrpSpPr>
        <p:grpSpPr>
          <a:xfrm>
            <a:off x="8904288" y="5569004"/>
            <a:ext cx="1951070" cy="335280"/>
            <a:chOff x="8904288" y="5569004"/>
            <a:chExt cx="1951070" cy="335280"/>
          </a:xfrm>
        </p:grpSpPr>
        <p:pic>
          <p:nvPicPr>
            <p:cNvPr id="4" name="Picture 3">
              <a:hlinkClick r:id="rId6"/>
              <a:extLst>
                <a:ext uri="{FF2B5EF4-FFF2-40B4-BE49-F238E27FC236}">
                  <a16:creationId xmlns:a16="http://schemas.microsoft.com/office/drawing/2014/main" id="{C1B41439-3F63-921A-4BD5-954D4B0AE65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5" name="Picture 4">
              <a:hlinkClick r:id="rId8"/>
              <a:extLst>
                <a:ext uri="{FF2B5EF4-FFF2-40B4-BE49-F238E27FC236}">
                  <a16:creationId xmlns:a16="http://schemas.microsoft.com/office/drawing/2014/main" id="{37B0DA3B-A3DD-C023-D858-9A326B5F72BD}"/>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6" name="Picture 5">
              <a:hlinkClick r:id="rId10"/>
              <a:extLst>
                <a:ext uri="{FF2B5EF4-FFF2-40B4-BE49-F238E27FC236}">
                  <a16:creationId xmlns:a16="http://schemas.microsoft.com/office/drawing/2014/main" id="{3394EDB2-3A11-9E1B-C773-9456BC7E3880}"/>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11" name="Picture 10">
              <a:hlinkClick r:id="rId12"/>
              <a:extLst>
                <a:ext uri="{FF2B5EF4-FFF2-40B4-BE49-F238E27FC236}">
                  <a16:creationId xmlns:a16="http://schemas.microsoft.com/office/drawing/2014/main" id="{3C9E59E1-109A-2B7A-17AB-C8C07EDBA3F4}"/>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21" name="Picture 20">
              <a:hlinkClick r:id="rId14"/>
              <a:extLst>
                <a:ext uri="{FF2B5EF4-FFF2-40B4-BE49-F238E27FC236}">
                  <a16:creationId xmlns:a16="http://schemas.microsoft.com/office/drawing/2014/main" id="{9C4FF414-462F-3E96-E9B0-58F7C38DE8F7}"/>
                </a:ext>
              </a:extLst>
            </p:cNvPr>
            <p:cNvPicPr>
              <a:picLocks noChangeAspect="1"/>
            </p:cNvPicPr>
            <p:nvPr userDrawn="1"/>
          </p:nvPicPr>
          <p:blipFill rotWithShape="1">
            <a:blip r:embed="rId15"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9" name="Rectangle 18">
            <a:extLst>
              <a:ext uri="{FF2B5EF4-FFF2-40B4-BE49-F238E27FC236}">
                <a16:creationId xmlns:a16="http://schemas.microsoft.com/office/drawing/2014/main" id="{AB8926FF-D001-F0F8-2F91-96975E5F641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604361410"/>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91607077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tx1"/>
                </a:solidFill>
                <a:latin typeface="+mn-lt"/>
              </a:rPr>
              <a:t>w</a:t>
            </a:r>
            <a:r>
              <a:rPr lang="en-US" sz="1050" dirty="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410,000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386653999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a:prstGeom prst="rect">
            <a:avLst/>
          </a:prstGeo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dirty="0"/>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Tree>
    <p:extLst>
      <p:ext uri="{BB962C8B-B14F-4D97-AF65-F5344CB8AC3E}">
        <p14:creationId xmlns:p14="http://schemas.microsoft.com/office/powerpoint/2010/main" val="303523926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dirty="0"/>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accent1"/>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59565606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dirty="0"/>
              <a:t>Click to edit Master title style</a:t>
            </a:r>
            <a:endParaRPr lang="en-PL" dirty="0"/>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dirty="0"/>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2413941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dirty="0"/>
              <a:t>Master title style</a:t>
            </a:r>
          </a:p>
        </p:txBody>
      </p:sp>
    </p:spTree>
    <p:extLst>
      <p:ext uri="{BB962C8B-B14F-4D97-AF65-F5344CB8AC3E}">
        <p14:creationId xmlns:p14="http://schemas.microsoft.com/office/powerpoint/2010/main" val="289850119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dirty="0"/>
              <a:t>Click to edit Master title style</a:t>
            </a:r>
            <a:endParaRPr lang="en-PL" dirty="0"/>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dirty="0"/>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6673774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dirty="0"/>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a:prstGeom prst="rect">
            <a:avLst/>
          </a:prstGeom>
        </p:spPr>
        <p:txBody>
          <a:bodyPr anchor="b"/>
          <a:lstStyle>
            <a:lvl1pPr>
              <a:defRPr sz="5400">
                <a:solidFill>
                  <a:schemeClr val="bg1"/>
                </a:solidFill>
              </a:defRPr>
            </a:lvl1pPr>
          </a:lstStyle>
          <a:p>
            <a:r>
              <a:rPr lang="en-US" dirty="0"/>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67356242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dirty="0"/>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dirty="0"/>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dirty="0"/>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300551281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a:prstGeom prst="rect">
            <a:avLst/>
          </a:prstGeom>
        </p:spPr>
        <p:txBody>
          <a:bodyPr anchor="b"/>
          <a:lstStyle>
            <a:lvl1pPr>
              <a:defRPr sz="5400"/>
            </a:lvl1pPr>
          </a:lstStyle>
          <a:p>
            <a:r>
              <a:rPr lang="en-US" dirty="0"/>
              <a:t>Click to edit Master title style</a:t>
            </a:r>
            <a:endParaRPr lang="en-PL" dirty="0"/>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dirty="0"/>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65391474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4DF1FB95-D31F-BE9E-B180-3D9694FA82C8}"/>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3" name="Title Placeholder 4">
            <a:extLst>
              <a:ext uri="{FF2B5EF4-FFF2-40B4-BE49-F238E27FC236}">
                <a16:creationId xmlns:a16="http://schemas.microsoft.com/office/drawing/2014/main" id="{0DFC6213-FA5F-719D-08B4-AB40D1B57B18}"/>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8" name="Text Placeholder 1">
            <a:extLst>
              <a:ext uri="{FF2B5EF4-FFF2-40B4-BE49-F238E27FC236}">
                <a16:creationId xmlns:a16="http://schemas.microsoft.com/office/drawing/2014/main" id="{2D90A92B-BDBF-A45E-B38F-657F2F0B5AEC}"/>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345353598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F8DBF4E9-6C28-E0D4-13BF-1E287D5E317C}"/>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6" name="Text Placeholder 1">
            <a:extLst>
              <a:ext uri="{FF2B5EF4-FFF2-40B4-BE49-F238E27FC236}">
                <a16:creationId xmlns:a16="http://schemas.microsoft.com/office/drawing/2014/main" id="{1970243F-E192-B209-5E33-DC3DC5F86B33}"/>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258262670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3" name="Date Placeholder 32">
            <a:extLst>
              <a:ext uri="{FF2B5EF4-FFF2-40B4-BE49-F238E27FC236}">
                <a16:creationId xmlns:a16="http://schemas.microsoft.com/office/drawing/2014/main" id="{1792F48F-AFC4-D77D-4FA8-B153535CBD70}"/>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5" name="Footer Placeholder 34">
            <a:extLst>
              <a:ext uri="{FF2B5EF4-FFF2-40B4-BE49-F238E27FC236}">
                <a16:creationId xmlns:a16="http://schemas.microsoft.com/office/drawing/2014/main" id="{8FAEFB74-F2E3-AD6C-0203-954A6974716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6" name="Slide Number Placeholder 35">
            <a:extLst>
              <a:ext uri="{FF2B5EF4-FFF2-40B4-BE49-F238E27FC236}">
                <a16:creationId xmlns:a16="http://schemas.microsoft.com/office/drawing/2014/main" id="{AB9C35E1-257F-5A5F-F59A-ECEFF887BE62}"/>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177ECEE6-C274-510A-E183-7CC64018E234}"/>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 name="Text Placeholder 11">
            <a:extLst>
              <a:ext uri="{FF2B5EF4-FFF2-40B4-BE49-F238E27FC236}">
                <a16:creationId xmlns:a16="http://schemas.microsoft.com/office/drawing/2014/main" id="{6956557D-0540-4E06-2606-E74478C1B109}"/>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7" name="Text Placeholder 11">
            <a:extLst>
              <a:ext uri="{FF2B5EF4-FFF2-40B4-BE49-F238E27FC236}">
                <a16:creationId xmlns:a16="http://schemas.microsoft.com/office/drawing/2014/main" id="{3B9586E9-C51E-DA56-3FAC-023C3959153C}"/>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8" name="Text Placeholder 6">
            <a:extLst>
              <a:ext uri="{FF2B5EF4-FFF2-40B4-BE49-F238E27FC236}">
                <a16:creationId xmlns:a16="http://schemas.microsoft.com/office/drawing/2014/main" id="{B89E4D1A-2646-73E5-791B-BF0164C0C833}"/>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9" name="Text Placeholder 6">
            <a:extLst>
              <a:ext uri="{FF2B5EF4-FFF2-40B4-BE49-F238E27FC236}">
                <a16:creationId xmlns:a16="http://schemas.microsoft.com/office/drawing/2014/main" id="{C9ACB82F-DA24-7A22-07AF-D6418D2E50C4}"/>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1" name="Text Placeholder 6">
            <a:extLst>
              <a:ext uri="{FF2B5EF4-FFF2-40B4-BE49-F238E27FC236}">
                <a16:creationId xmlns:a16="http://schemas.microsoft.com/office/drawing/2014/main" id="{073143D8-53B8-C7F0-0E9A-BEBDE5FAB4B6}"/>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2" name="Text Placeholder 11">
            <a:extLst>
              <a:ext uri="{FF2B5EF4-FFF2-40B4-BE49-F238E27FC236}">
                <a16:creationId xmlns:a16="http://schemas.microsoft.com/office/drawing/2014/main" id="{E7A9F9A2-0932-B847-8275-8C3EED0F9C87}"/>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4" name="Text Placeholder 11">
            <a:extLst>
              <a:ext uri="{FF2B5EF4-FFF2-40B4-BE49-F238E27FC236}">
                <a16:creationId xmlns:a16="http://schemas.microsoft.com/office/drawing/2014/main" id="{3F2F5FF2-5929-011C-CA94-B0950D74BC6A}"/>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1" name="Text Placeholder 11">
            <a:extLst>
              <a:ext uri="{FF2B5EF4-FFF2-40B4-BE49-F238E27FC236}">
                <a16:creationId xmlns:a16="http://schemas.microsoft.com/office/drawing/2014/main" id="{346C6A8E-6729-0ABB-9DE0-B78F02301527}"/>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2" name="Text Placeholder 6">
            <a:extLst>
              <a:ext uri="{FF2B5EF4-FFF2-40B4-BE49-F238E27FC236}">
                <a16:creationId xmlns:a16="http://schemas.microsoft.com/office/drawing/2014/main" id="{F3292A20-85E1-5411-0C87-353A3DC2ED89}"/>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3" name="Text Placeholder 6">
            <a:extLst>
              <a:ext uri="{FF2B5EF4-FFF2-40B4-BE49-F238E27FC236}">
                <a16:creationId xmlns:a16="http://schemas.microsoft.com/office/drawing/2014/main" id="{FC445348-FDB6-A20D-4FB5-E8D748B8DB3C}"/>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4" name="Text Placeholder 6">
            <a:extLst>
              <a:ext uri="{FF2B5EF4-FFF2-40B4-BE49-F238E27FC236}">
                <a16:creationId xmlns:a16="http://schemas.microsoft.com/office/drawing/2014/main" id="{AB9A3432-DAB6-2FB4-1AEB-959A8F3438A4}"/>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8" name="Rectangle 27">
            <a:extLst>
              <a:ext uri="{FF2B5EF4-FFF2-40B4-BE49-F238E27FC236}">
                <a16:creationId xmlns:a16="http://schemas.microsoft.com/office/drawing/2014/main" id="{3A39CED3-C9C5-5AA1-7B87-C6EBF61C365D}"/>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 name="Title Placeholder 4">
            <a:extLst>
              <a:ext uri="{FF2B5EF4-FFF2-40B4-BE49-F238E27FC236}">
                <a16:creationId xmlns:a16="http://schemas.microsoft.com/office/drawing/2014/main" id="{2D0B2EA5-825C-A08F-F88F-E7FFE20241DB}"/>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757108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37" name="Date Placeholder 36">
            <a:extLst>
              <a:ext uri="{FF2B5EF4-FFF2-40B4-BE49-F238E27FC236}">
                <a16:creationId xmlns:a16="http://schemas.microsoft.com/office/drawing/2014/main" id="{E3E44C7E-7B24-5387-ED6D-C81D4AC2100E}"/>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8" name="Footer Placeholder 37">
            <a:extLst>
              <a:ext uri="{FF2B5EF4-FFF2-40B4-BE49-F238E27FC236}">
                <a16:creationId xmlns:a16="http://schemas.microsoft.com/office/drawing/2014/main" id="{7394A9BB-87FE-DE03-D4F2-1F0FD0B3D02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9" name="Slide Number Placeholder 38">
            <a:extLst>
              <a:ext uri="{FF2B5EF4-FFF2-40B4-BE49-F238E27FC236}">
                <a16:creationId xmlns:a16="http://schemas.microsoft.com/office/drawing/2014/main" id="{A4E72023-089F-F6C6-773E-52A615A0A2C4}"/>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F75B5451-AA81-CE88-5DF5-4CBB04754088}"/>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7" name="Text Placeholder 11">
            <a:extLst>
              <a:ext uri="{FF2B5EF4-FFF2-40B4-BE49-F238E27FC236}">
                <a16:creationId xmlns:a16="http://schemas.microsoft.com/office/drawing/2014/main" id="{35649664-012E-9B95-5AA9-38E8670BAA9D}"/>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8" name="Text Placeholder 11">
            <a:extLst>
              <a:ext uri="{FF2B5EF4-FFF2-40B4-BE49-F238E27FC236}">
                <a16:creationId xmlns:a16="http://schemas.microsoft.com/office/drawing/2014/main" id="{F01EAEFE-E66F-FA16-C00C-234C622D62F1}"/>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1" name="Text Placeholder 6">
            <a:extLst>
              <a:ext uri="{FF2B5EF4-FFF2-40B4-BE49-F238E27FC236}">
                <a16:creationId xmlns:a16="http://schemas.microsoft.com/office/drawing/2014/main" id="{89C76E14-1DFB-6F15-5025-855B6361FD29}"/>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2" name="Text Placeholder 6">
            <a:extLst>
              <a:ext uri="{FF2B5EF4-FFF2-40B4-BE49-F238E27FC236}">
                <a16:creationId xmlns:a16="http://schemas.microsoft.com/office/drawing/2014/main" id="{936F63F5-2235-EC6B-F20A-322C375D6764}"/>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4" name="Text Placeholder 6">
            <a:extLst>
              <a:ext uri="{FF2B5EF4-FFF2-40B4-BE49-F238E27FC236}">
                <a16:creationId xmlns:a16="http://schemas.microsoft.com/office/drawing/2014/main" id="{15422053-2476-1943-AE00-164A9E8371BA}"/>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5" name="Text Placeholder 11">
            <a:extLst>
              <a:ext uri="{FF2B5EF4-FFF2-40B4-BE49-F238E27FC236}">
                <a16:creationId xmlns:a16="http://schemas.microsoft.com/office/drawing/2014/main" id="{09E58911-49B3-A279-5C3D-0C66A8D50259}"/>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6" name="Text Placeholder 11">
            <a:extLst>
              <a:ext uri="{FF2B5EF4-FFF2-40B4-BE49-F238E27FC236}">
                <a16:creationId xmlns:a16="http://schemas.microsoft.com/office/drawing/2014/main" id="{81EE432F-B6C5-2C6D-4F8C-B6AF52AC1342}"/>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7" name="Text Placeholder 11">
            <a:extLst>
              <a:ext uri="{FF2B5EF4-FFF2-40B4-BE49-F238E27FC236}">
                <a16:creationId xmlns:a16="http://schemas.microsoft.com/office/drawing/2014/main" id="{6C3B1CB0-F25D-6CFE-1572-C02E9F997A1F}"/>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1" name="Text Placeholder 6">
            <a:extLst>
              <a:ext uri="{FF2B5EF4-FFF2-40B4-BE49-F238E27FC236}">
                <a16:creationId xmlns:a16="http://schemas.microsoft.com/office/drawing/2014/main" id="{CCC683A4-8B80-3F5B-F447-292A75A2F9EA}"/>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5C7B3DFE-E0E4-60C2-9E68-E7CFA51D9090}"/>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3" name="Text Placeholder 6">
            <a:extLst>
              <a:ext uri="{FF2B5EF4-FFF2-40B4-BE49-F238E27FC236}">
                <a16:creationId xmlns:a16="http://schemas.microsoft.com/office/drawing/2014/main" id="{FBB528F0-6D32-2E8E-109D-145FF08029B2}"/>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5" name="Title Placeholder 4">
            <a:extLst>
              <a:ext uri="{FF2B5EF4-FFF2-40B4-BE49-F238E27FC236}">
                <a16:creationId xmlns:a16="http://schemas.microsoft.com/office/drawing/2014/main" id="{67AE5D7F-39B4-D666-54B9-10ED96FE6120}"/>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213918745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dirty="0"/>
              <a:t>01</a:t>
            </a:r>
            <a:endParaRPr lang="en-PL" dirty="0"/>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A46E6970-BA83-4193-5AED-3E295B609552}"/>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52559946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dirty="0"/>
              <a:t>01</a:t>
            </a:r>
            <a:endParaRPr lang="en-PL" dirty="0"/>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7F0E5308-C0B6-A51A-556D-DA29D16D994D}"/>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5" name="Gradient Placeholder 5">
            <a:extLst>
              <a:ext uri="{FF2B5EF4-FFF2-40B4-BE49-F238E27FC236}">
                <a16:creationId xmlns:a16="http://schemas.microsoft.com/office/drawing/2014/main" id="{BCDFD201-C5C3-D115-FEBA-28F14920CBD6}"/>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6" name="Logo Placeholder 7">
            <a:extLst>
              <a:ext uri="{FF2B5EF4-FFF2-40B4-BE49-F238E27FC236}">
                <a16:creationId xmlns:a16="http://schemas.microsoft.com/office/drawing/2014/main" id="{E76BD2F5-FBF2-4A06-98A5-A963BEB4810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68204335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3F32F9C5-7657-971E-0933-4E87CACF16B6}"/>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5" name="Title 5">
            <a:extLst>
              <a:ext uri="{FF2B5EF4-FFF2-40B4-BE49-F238E27FC236}">
                <a16:creationId xmlns:a16="http://schemas.microsoft.com/office/drawing/2014/main" id="{E625B512-BDBE-A714-334E-2656E9C86B3D}"/>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31629347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B436046A-D073-0819-CE9B-849F64EF426A}"/>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9" name="Title 5">
            <a:extLst>
              <a:ext uri="{FF2B5EF4-FFF2-40B4-BE49-F238E27FC236}">
                <a16:creationId xmlns:a16="http://schemas.microsoft.com/office/drawing/2014/main" id="{7753E82E-7CAD-707A-7BA3-F0062FC8B01A}"/>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10" name="Gradient Placeholder 5">
            <a:extLst>
              <a:ext uri="{FF2B5EF4-FFF2-40B4-BE49-F238E27FC236}">
                <a16:creationId xmlns:a16="http://schemas.microsoft.com/office/drawing/2014/main" id="{D15DC0CB-F42B-3EBB-5429-F25868BC3045}"/>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7" name="Logo Placeholder 7">
            <a:extLst>
              <a:ext uri="{FF2B5EF4-FFF2-40B4-BE49-F238E27FC236}">
                <a16:creationId xmlns:a16="http://schemas.microsoft.com/office/drawing/2014/main" id="{5241E657-1425-1BC9-701D-44F23326D66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404585301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4713551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Title 4">
            <a:extLst>
              <a:ext uri="{FF2B5EF4-FFF2-40B4-BE49-F238E27FC236}">
                <a16:creationId xmlns:a16="http://schemas.microsoft.com/office/drawing/2014/main" id="{1F6551DB-6CE1-320B-D22E-B1F1DE0FA4B6}"/>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06215211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4" name="Title 4">
            <a:extLst>
              <a:ext uri="{FF2B5EF4-FFF2-40B4-BE49-F238E27FC236}">
                <a16:creationId xmlns:a16="http://schemas.microsoft.com/office/drawing/2014/main" id="{F4C28D33-F30C-A27F-FC74-E0FF1C19853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6" name="Chapter Placeholder 2">
            <a:extLst>
              <a:ext uri="{FF2B5EF4-FFF2-40B4-BE49-F238E27FC236}">
                <a16:creationId xmlns:a16="http://schemas.microsoft.com/office/drawing/2014/main" id="{5CBB2F57-8DA2-E1CA-E619-D43302B021E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24104281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AF36746-ED29-0C26-F598-8EAE482E8D9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3336BC22-23AF-5C14-03E1-A6C29A2F464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8C5EB45F-3EF1-F7BD-E079-0FC93465B2EC}"/>
              </a:ext>
            </a:extLst>
          </p:cNvPr>
          <p:cNvSpPr>
            <a:spLocks noGrp="1"/>
          </p:cNvSpPr>
          <p:nvPr>
            <p:ph sz="quarter" idx="31"/>
          </p:nvPr>
        </p:nvSpPr>
        <p:spPr>
          <a:xfrm>
            <a:off x="551384" y="2132856"/>
            <a:ext cx="1109093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55843249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025C71C4-39A9-61E8-F669-1DA8E0CE3D5F}"/>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9E2E86C7-931C-4F5B-7904-E1BDABB90CF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5F580AC6-6B9D-82EA-6771-C3AAEE8201F4}"/>
              </a:ext>
            </a:extLst>
          </p:cNvPr>
          <p:cNvSpPr>
            <a:spLocks noGrp="1"/>
          </p:cNvSpPr>
          <p:nvPr>
            <p:ph sz="quarter" idx="31"/>
          </p:nvPr>
        </p:nvSpPr>
        <p:spPr>
          <a:xfrm>
            <a:off x="551384" y="2132856"/>
            <a:ext cx="1109093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Chapter Placeholder 2">
            <a:extLst>
              <a:ext uri="{FF2B5EF4-FFF2-40B4-BE49-F238E27FC236}">
                <a16:creationId xmlns:a16="http://schemas.microsoft.com/office/drawing/2014/main" id="{F81F5F24-3125-05B8-EF44-138AA4C8262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66411663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EA381C34-426E-E505-06F7-7FFBE4D71085}"/>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7" name="Title 4">
            <a:extLst>
              <a:ext uri="{FF2B5EF4-FFF2-40B4-BE49-F238E27FC236}">
                <a16:creationId xmlns:a16="http://schemas.microsoft.com/office/drawing/2014/main" id="{6B6EB590-F224-77A8-41D3-B65B74DC0E1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3947052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1A477CF0-20BA-3DDE-E989-684D22BB755E}"/>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55FDDC2D-080D-D252-2DA2-D1EDA1E13139}"/>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hapter Placeholder 2">
            <a:extLst>
              <a:ext uri="{FF2B5EF4-FFF2-40B4-BE49-F238E27FC236}">
                <a16:creationId xmlns:a16="http://schemas.microsoft.com/office/drawing/2014/main" id="{53A7754E-B57F-30D2-E609-1280E1261146}"/>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87871515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F889973E-C093-1ED5-9FD2-C009F0319D13}"/>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7" name="Title 4">
            <a:extLst>
              <a:ext uri="{FF2B5EF4-FFF2-40B4-BE49-F238E27FC236}">
                <a16:creationId xmlns:a16="http://schemas.microsoft.com/office/drawing/2014/main" id="{BBF31E88-03DB-534A-A443-EA3BDBDB3FC7}"/>
              </a:ext>
            </a:extLst>
          </p:cNvPr>
          <p:cNvSpPr>
            <a:spLocks noGrp="1"/>
          </p:cNvSpPr>
          <p:nvPr>
            <p:ph type="title"/>
          </p:nvPr>
        </p:nvSpPr>
        <p:spPr>
          <a:xfrm>
            <a:off x="551384" y="549274"/>
            <a:ext cx="3312368" cy="930372"/>
          </a:xfrm>
        </p:spPr>
        <p:txBody>
          <a:bodyPr/>
          <a:lstStyle/>
          <a:p>
            <a:r>
              <a:rPr lang="en-GB" dirty="0"/>
              <a:t>Click to edit Master title style</a:t>
            </a:r>
            <a:endParaRPr lang="en-US" dirty="0"/>
          </a:p>
        </p:txBody>
      </p:sp>
      <p:sp>
        <p:nvSpPr>
          <p:cNvPr id="18" name="Content Placeholder 5">
            <a:extLst>
              <a:ext uri="{FF2B5EF4-FFF2-40B4-BE49-F238E27FC236}">
                <a16:creationId xmlns:a16="http://schemas.microsoft.com/office/drawing/2014/main" id="{C05074F8-3176-85B9-DF3A-C4A06F667D18}"/>
              </a:ext>
            </a:extLst>
          </p:cNvPr>
          <p:cNvSpPr>
            <a:spLocks noGrp="1"/>
          </p:cNvSpPr>
          <p:nvPr>
            <p:ph sz="quarter" idx="31"/>
          </p:nvPr>
        </p:nvSpPr>
        <p:spPr>
          <a:xfrm>
            <a:off x="551384" y="2132856"/>
            <a:ext cx="33123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Text Placeholder 10">
            <a:extLst>
              <a:ext uri="{FF2B5EF4-FFF2-40B4-BE49-F238E27FC236}">
                <a16:creationId xmlns:a16="http://schemas.microsoft.com/office/drawing/2014/main" id="{CA5135FA-4274-47E1-1D80-8C33A44DD7A9}"/>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20" name="Content Placeholder 20">
            <a:extLst>
              <a:ext uri="{FF2B5EF4-FFF2-40B4-BE49-F238E27FC236}">
                <a16:creationId xmlns:a16="http://schemas.microsoft.com/office/drawing/2014/main" id="{E1CCC374-2367-2B0A-2875-C97F31D4FE2B}"/>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87653940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Text Placeholder 9">
            <a:extLst>
              <a:ext uri="{FF2B5EF4-FFF2-40B4-BE49-F238E27FC236}">
                <a16:creationId xmlns:a16="http://schemas.microsoft.com/office/drawing/2014/main" id="{C2C86DFE-72B7-D0A7-8D67-BD82324B8C7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01CAD3F4-776B-EBAF-E221-E31A2544D8E1}"/>
              </a:ext>
            </a:extLst>
          </p:cNvPr>
          <p:cNvSpPr>
            <a:spLocks noGrp="1"/>
          </p:cNvSpPr>
          <p:nvPr>
            <p:ph type="title"/>
          </p:nvPr>
        </p:nvSpPr>
        <p:spPr>
          <a:xfrm>
            <a:off x="551384" y="549274"/>
            <a:ext cx="3312368"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E890FE3D-8795-77C8-6616-533028311D68}"/>
              </a:ext>
            </a:extLst>
          </p:cNvPr>
          <p:cNvSpPr>
            <a:spLocks noGrp="1"/>
          </p:cNvSpPr>
          <p:nvPr>
            <p:ph sz="quarter" idx="31"/>
          </p:nvPr>
        </p:nvSpPr>
        <p:spPr>
          <a:xfrm>
            <a:off x="551384" y="2132856"/>
            <a:ext cx="33123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0" name="Chapter Placeholder 2">
            <a:extLst>
              <a:ext uri="{FF2B5EF4-FFF2-40B4-BE49-F238E27FC236}">
                <a16:creationId xmlns:a16="http://schemas.microsoft.com/office/drawing/2014/main" id="{E074F022-AF57-A343-6392-0D6E46B72FC8}"/>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1" name="Text Placeholder 10">
            <a:extLst>
              <a:ext uri="{FF2B5EF4-FFF2-40B4-BE49-F238E27FC236}">
                <a16:creationId xmlns:a16="http://schemas.microsoft.com/office/drawing/2014/main" id="{7E3DC8FD-A28D-A2D9-AEC5-D5E216D2E82D}"/>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22" name="Content Placeholder 20">
            <a:extLst>
              <a:ext uri="{FF2B5EF4-FFF2-40B4-BE49-F238E27FC236}">
                <a16:creationId xmlns:a16="http://schemas.microsoft.com/office/drawing/2014/main" id="{F66DB537-77E8-C212-CBF4-66DA3B2452BD}"/>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88806791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8C233D6-2D0C-8E0C-1DD4-241B0EF8FC92}"/>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60BA4B7A-F31F-8B13-6750-FF26828A58FA}"/>
              </a:ext>
            </a:extLst>
          </p:cNvPr>
          <p:cNvSpPr>
            <a:spLocks noGrp="1"/>
          </p:cNvSpPr>
          <p:nvPr>
            <p:ph type="title"/>
          </p:nvPr>
        </p:nvSpPr>
        <p:spPr>
          <a:xfrm>
            <a:off x="551384" y="549274"/>
            <a:ext cx="5112568" cy="930372"/>
          </a:xfrm>
        </p:spPr>
        <p:txBody>
          <a:bodyPr/>
          <a:lstStyle/>
          <a:p>
            <a:r>
              <a:rPr lang="en-GB" dirty="0"/>
              <a:t>Click to edit Master title style</a:t>
            </a:r>
            <a:endParaRPr lang="en-US" dirty="0"/>
          </a:p>
        </p:txBody>
      </p:sp>
      <p:sp>
        <p:nvSpPr>
          <p:cNvPr id="12" name="Content Placeholder 5">
            <a:extLst>
              <a:ext uri="{FF2B5EF4-FFF2-40B4-BE49-F238E27FC236}">
                <a16:creationId xmlns:a16="http://schemas.microsoft.com/office/drawing/2014/main" id="{D773A188-0CD9-B8EB-B42A-B8749FCC6A66}"/>
              </a:ext>
            </a:extLst>
          </p:cNvPr>
          <p:cNvSpPr>
            <a:spLocks noGrp="1"/>
          </p:cNvSpPr>
          <p:nvPr>
            <p:ph sz="quarter" idx="31"/>
          </p:nvPr>
        </p:nvSpPr>
        <p:spPr>
          <a:xfrm>
            <a:off x="551384" y="2132856"/>
            <a:ext cx="51125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0">
            <a:extLst>
              <a:ext uri="{FF2B5EF4-FFF2-40B4-BE49-F238E27FC236}">
                <a16:creationId xmlns:a16="http://schemas.microsoft.com/office/drawing/2014/main" id="{AF1CCF01-B15C-AB11-922F-0D8F7E6CBB94}"/>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14" name="Content Placeholder 20">
            <a:extLst>
              <a:ext uri="{FF2B5EF4-FFF2-40B4-BE49-F238E27FC236}">
                <a16:creationId xmlns:a16="http://schemas.microsoft.com/office/drawing/2014/main" id="{5B3B476C-7882-0727-5556-613E2DB2A05F}"/>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83730918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A7AAB05-4CE9-AC3E-316B-454FC65A69B9}"/>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5B64DD5D-5EE1-AFA3-B5E1-4191F5AD6284}"/>
              </a:ext>
            </a:extLst>
          </p:cNvPr>
          <p:cNvSpPr>
            <a:spLocks noGrp="1"/>
          </p:cNvSpPr>
          <p:nvPr>
            <p:ph type="title"/>
          </p:nvPr>
        </p:nvSpPr>
        <p:spPr>
          <a:xfrm>
            <a:off x="551384" y="549274"/>
            <a:ext cx="5112568"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AF358BD1-48B8-3F71-91BB-E93C439A3B1D}"/>
              </a:ext>
            </a:extLst>
          </p:cNvPr>
          <p:cNvSpPr>
            <a:spLocks noGrp="1"/>
          </p:cNvSpPr>
          <p:nvPr>
            <p:ph sz="quarter" idx="31"/>
          </p:nvPr>
        </p:nvSpPr>
        <p:spPr>
          <a:xfrm>
            <a:off x="551384" y="2132856"/>
            <a:ext cx="51125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D8AE0815-7AED-0C36-6BE2-C283E7C12D3A}"/>
              </a:ext>
            </a:extLst>
          </p:cNvPr>
          <p:cNvSpPr>
            <a:spLocks noGrp="1"/>
          </p:cNvSpPr>
          <p:nvPr>
            <p:ph type="body" sz="quarter" idx="13" hasCustomPrompt="1"/>
          </p:nvPr>
        </p:nvSpPr>
        <p:spPr>
          <a:xfrm>
            <a:off x="550863" y="266219"/>
            <a:ext cx="511154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C93206F1-90E6-514D-B267-17DD0D613FB5}"/>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19" name="Content Placeholder 20">
            <a:extLst>
              <a:ext uri="{FF2B5EF4-FFF2-40B4-BE49-F238E27FC236}">
                <a16:creationId xmlns:a16="http://schemas.microsoft.com/office/drawing/2014/main" id="{90F7B515-3BE3-A8EE-A9DD-F0586073A23E}"/>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51684403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B0BA9AA-540C-4002-8E56-463450049974}"/>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A6045D3C-82AA-9FBB-411F-0E5C0781535F}"/>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22EA42D5-0B57-E8B5-A88B-761A9FAE6AB0}"/>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Text Placeholder 10">
            <a:extLst>
              <a:ext uri="{FF2B5EF4-FFF2-40B4-BE49-F238E27FC236}">
                <a16:creationId xmlns:a16="http://schemas.microsoft.com/office/drawing/2014/main" id="{575E82EC-A458-5386-A6C2-3DA2181C3D7A}"/>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
        <p:nvSpPr>
          <p:cNvPr id="15" name="Content Placeholder 20">
            <a:extLst>
              <a:ext uri="{FF2B5EF4-FFF2-40B4-BE49-F238E27FC236}">
                <a16:creationId xmlns:a16="http://schemas.microsoft.com/office/drawing/2014/main" id="{1A6968A6-FB6E-BB74-1AD4-19A563FF60BE}"/>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252735659"/>
      </p:ext>
    </p:extLst>
  </p:cSld>
  <p:clrMapOvr>
    <a:overrideClrMapping bg1="lt1" tx1="dk1" bg2="lt2" tx2="dk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674A409-7F6D-1AD9-F702-6ED510ACC0C5}"/>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95409989-1A02-4E5D-CD8F-48682E3303A8}"/>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4" name="Content Placeholder 5">
            <a:extLst>
              <a:ext uri="{FF2B5EF4-FFF2-40B4-BE49-F238E27FC236}">
                <a16:creationId xmlns:a16="http://schemas.microsoft.com/office/drawing/2014/main" id="{2DCCEE90-31CC-A4DC-B3C5-AC9C060D465F}"/>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936A02BE-C247-1A36-501E-9055834626A1}"/>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1" name="Text Placeholder 10">
            <a:extLst>
              <a:ext uri="{FF2B5EF4-FFF2-40B4-BE49-F238E27FC236}">
                <a16:creationId xmlns:a16="http://schemas.microsoft.com/office/drawing/2014/main" id="{8E6176E4-C366-0C4A-3228-B3F6A06E86C0}"/>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
        <p:nvSpPr>
          <p:cNvPr id="22" name="Content Placeholder 20">
            <a:extLst>
              <a:ext uri="{FF2B5EF4-FFF2-40B4-BE49-F238E27FC236}">
                <a16:creationId xmlns:a16="http://schemas.microsoft.com/office/drawing/2014/main" id="{443E2F45-FAB8-64D4-8813-70E1FD5F915C}"/>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458384896"/>
      </p:ext>
    </p:extLst>
  </p:cSld>
  <p:clrMapOvr>
    <a:overrideClrMapping bg1="lt1" tx1="dk1" bg2="lt2" tx2="dk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A3C12292-D642-1BE3-E468-46FE0A608B1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3A6298A3-5BA7-7C5B-21A4-6C4B53E49E7C}"/>
              </a:ext>
            </a:extLst>
          </p:cNvPr>
          <p:cNvSpPr>
            <a:spLocks noGrp="1"/>
          </p:cNvSpPr>
          <p:nvPr>
            <p:ph type="title"/>
          </p:nvPr>
        </p:nvSpPr>
        <p:spPr>
          <a:xfrm>
            <a:off x="551384" y="549274"/>
            <a:ext cx="7920880" cy="930372"/>
          </a:xfrm>
        </p:spPr>
        <p:txBody>
          <a:bodyPr/>
          <a:lstStyle/>
          <a:p>
            <a:r>
              <a:rPr lang="en-GB" dirty="0"/>
              <a:t>Click to edit Master title style</a:t>
            </a:r>
            <a:endParaRPr lang="en-US" dirty="0"/>
          </a:p>
        </p:txBody>
      </p:sp>
      <p:sp>
        <p:nvSpPr>
          <p:cNvPr id="11" name="Content Placeholder 5">
            <a:extLst>
              <a:ext uri="{FF2B5EF4-FFF2-40B4-BE49-F238E27FC236}">
                <a16:creationId xmlns:a16="http://schemas.microsoft.com/office/drawing/2014/main" id="{622159DC-E7B5-707A-2179-D2FF6F1EA018}"/>
              </a:ext>
            </a:extLst>
          </p:cNvPr>
          <p:cNvSpPr>
            <a:spLocks noGrp="1"/>
          </p:cNvSpPr>
          <p:nvPr>
            <p:ph sz="quarter" idx="31"/>
          </p:nvPr>
        </p:nvSpPr>
        <p:spPr>
          <a:xfrm>
            <a:off x="551384" y="2132856"/>
            <a:ext cx="792088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0">
            <a:extLst>
              <a:ext uri="{FF2B5EF4-FFF2-40B4-BE49-F238E27FC236}">
                <a16:creationId xmlns:a16="http://schemas.microsoft.com/office/drawing/2014/main" id="{BC3B80F0-7CE1-0736-F8FB-8A0BB28B3596}"/>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a:t>
            </a:r>
          </a:p>
        </p:txBody>
      </p:sp>
      <p:sp>
        <p:nvSpPr>
          <p:cNvPr id="14" name="Content Placeholder 20">
            <a:extLst>
              <a:ext uri="{FF2B5EF4-FFF2-40B4-BE49-F238E27FC236}">
                <a16:creationId xmlns:a16="http://schemas.microsoft.com/office/drawing/2014/main" id="{F6FCBD51-804B-9A60-0E33-BAC77E369253}"/>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5772492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BCEAD7CF-8D5F-9D27-DAA7-A07F7955B19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1687478E-90A1-8034-63B7-7A1B82264DB2}"/>
              </a:ext>
            </a:extLst>
          </p:cNvPr>
          <p:cNvSpPr>
            <a:spLocks noGrp="1"/>
          </p:cNvSpPr>
          <p:nvPr>
            <p:ph type="title"/>
          </p:nvPr>
        </p:nvSpPr>
        <p:spPr>
          <a:xfrm>
            <a:off x="551384" y="549274"/>
            <a:ext cx="7920880"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D7E86C30-BE00-9D17-EF57-8697C0BFB4C3}"/>
              </a:ext>
            </a:extLst>
          </p:cNvPr>
          <p:cNvSpPr>
            <a:spLocks noGrp="1"/>
          </p:cNvSpPr>
          <p:nvPr>
            <p:ph sz="quarter" idx="31"/>
          </p:nvPr>
        </p:nvSpPr>
        <p:spPr>
          <a:xfrm>
            <a:off x="551384" y="2132856"/>
            <a:ext cx="792088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6A5C8B01-3717-91CF-FD0F-5EED379422B7}"/>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AE8E5894-5F63-308E-5147-5E3E33440D95}"/>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a:t>
            </a:r>
          </a:p>
        </p:txBody>
      </p:sp>
      <p:sp>
        <p:nvSpPr>
          <p:cNvPr id="19" name="Content Placeholder 20">
            <a:extLst>
              <a:ext uri="{FF2B5EF4-FFF2-40B4-BE49-F238E27FC236}">
                <a16:creationId xmlns:a16="http://schemas.microsoft.com/office/drawing/2014/main" id="{521DAA1A-D266-47B1-5E5D-C5DA055E1F8E}"/>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8452587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38934C3E-3E4B-1654-745D-C13199A95DA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26C0F4BF-CC0E-53F3-48F8-509E80B6D05E}"/>
              </a:ext>
            </a:extLst>
          </p:cNvPr>
          <p:cNvSpPr>
            <a:spLocks noGrp="1"/>
          </p:cNvSpPr>
          <p:nvPr>
            <p:ph type="title"/>
          </p:nvPr>
        </p:nvSpPr>
        <p:spPr>
          <a:xfrm>
            <a:off x="551384" y="549274"/>
            <a:ext cx="8882182" cy="930372"/>
          </a:xfrm>
        </p:spPr>
        <p:txBody>
          <a:bodyPr/>
          <a:lstStyle/>
          <a:p>
            <a:r>
              <a:rPr lang="en-GB" dirty="0"/>
              <a:t>Click to edit Master title style</a:t>
            </a:r>
            <a:endParaRPr lang="en-US" dirty="0"/>
          </a:p>
        </p:txBody>
      </p:sp>
      <p:sp>
        <p:nvSpPr>
          <p:cNvPr id="12" name="Content Placeholder 5">
            <a:extLst>
              <a:ext uri="{FF2B5EF4-FFF2-40B4-BE49-F238E27FC236}">
                <a16:creationId xmlns:a16="http://schemas.microsoft.com/office/drawing/2014/main" id="{E749D598-FF82-BFAF-886D-C191177E3D20}"/>
              </a:ext>
            </a:extLst>
          </p:cNvPr>
          <p:cNvSpPr>
            <a:spLocks noGrp="1"/>
          </p:cNvSpPr>
          <p:nvPr>
            <p:ph sz="quarter" idx="31"/>
          </p:nvPr>
        </p:nvSpPr>
        <p:spPr>
          <a:xfrm>
            <a:off x="551384" y="2132856"/>
            <a:ext cx="8882182"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0">
            <a:extLst>
              <a:ext uri="{FF2B5EF4-FFF2-40B4-BE49-F238E27FC236}">
                <a16:creationId xmlns:a16="http://schemas.microsoft.com/office/drawing/2014/main" id="{01597265-9724-5AC8-39BF-5750C67F42A7}"/>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a:t>
            </a:r>
          </a:p>
        </p:txBody>
      </p:sp>
      <p:sp>
        <p:nvSpPr>
          <p:cNvPr id="14" name="Content Placeholder 20">
            <a:extLst>
              <a:ext uri="{FF2B5EF4-FFF2-40B4-BE49-F238E27FC236}">
                <a16:creationId xmlns:a16="http://schemas.microsoft.com/office/drawing/2014/main" id="{2C2F412C-7456-D7FF-AA48-C193186850E0}"/>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18080693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7D3AFA8-B5AE-1009-87FB-3094F6AA01FC}"/>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E8B18499-1BD5-8671-B7DA-85FF38B39AF1}"/>
              </a:ext>
            </a:extLst>
          </p:cNvPr>
          <p:cNvSpPr>
            <a:spLocks noGrp="1"/>
          </p:cNvSpPr>
          <p:nvPr>
            <p:ph type="title"/>
          </p:nvPr>
        </p:nvSpPr>
        <p:spPr>
          <a:xfrm>
            <a:off x="551384" y="549274"/>
            <a:ext cx="8882182"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A8E7D3BA-BA6E-15BA-6C42-ADF680180521}"/>
              </a:ext>
            </a:extLst>
          </p:cNvPr>
          <p:cNvSpPr>
            <a:spLocks noGrp="1"/>
          </p:cNvSpPr>
          <p:nvPr>
            <p:ph sz="quarter" idx="31"/>
          </p:nvPr>
        </p:nvSpPr>
        <p:spPr>
          <a:xfrm>
            <a:off x="551384" y="2132856"/>
            <a:ext cx="8882182"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Chapter Placeholder 2">
            <a:extLst>
              <a:ext uri="{FF2B5EF4-FFF2-40B4-BE49-F238E27FC236}">
                <a16:creationId xmlns:a16="http://schemas.microsoft.com/office/drawing/2014/main" id="{9D97BD4D-BD09-CDBA-2016-5370E7CD44BC}"/>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279CB933-CE76-9E4E-FAB4-33E087341DA3}"/>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a:t>
            </a:r>
          </a:p>
        </p:txBody>
      </p:sp>
      <p:sp>
        <p:nvSpPr>
          <p:cNvPr id="18" name="Content Placeholder 20">
            <a:extLst>
              <a:ext uri="{FF2B5EF4-FFF2-40B4-BE49-F238E27FC236}">
                <a16:creationId xmlns:a16="http://schemas.microsoft.com/office/drawing/2014/main" id="{1DD2621E-CD40-C783-8C89-16DA20455EF9}"/>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24946177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L" dirty="0"/>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B5861566-BA12-6B84-A613-D346CEB5715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F10238D4-63BF-BBF6-DB83-94DDA862CEF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Tree>
    <p:extLst>
      <p:ext uri="{BB962C8B-B14F-4D97-AF65-F5344CB8AC3E}">
        <p14:creationId xmlns:p14="http://schemas.microsoft.com/office/powerpoint/2010/main" val="92297598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2E71218E-2FB4-0CE4-F714-02971DA59580}"/>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34DFB62C-932A-D2BD-F705-657D4F39987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Chapter Placeholder 2">
            <a:extLst>
              <a:ext uri="{FF2B5EF4-FFF2-40B4-BE49-F238E27FC236}">
                <a16:creationId xmlns:a16="http://schemas.microsoft.com/office/drawing/2014/main" id="{13D649FC-C93C-3132-BD48-48F3C266E09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2" name="Content Placeholder 17">
            <a:extLst>
              <a:ext uri="{FF2B5EF4-FFF2-40B4-BE49-F238E27FC236}">
                <a16:creationId xmlns:a16="http://schemas.microsoft.com/office/drawing/2014/main" id="{460A3336-625D-EE99-03EA-666BE0AD8AF8}"/>
              </a:ext>
            </a:extLst>
          </p:cNvPr>
          <p:cNvSpPr>
            <a:spLocks noGrp="1"/>
          </p:cNvSpPr>
          <p:nvPr>
            <p:ph sz="quarter" idx="23"/>
          </p:nvPr>
        </p:nvSpPr>
        <p:spPr>
          <a:xfrm>
            <a:off x="6646863" y="1772816"/>
            <a:ext cx="4993753" cy="453590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L" dirty="0"/>
          </a:p>
        </p:txBody>
      </p:sp>
    </p:spTree>
    <p:extLst>
      <p:ext uri="{BB962C8B-B14F-4D97-AF65-F5344CB8AC3E}">
        <p14:creationId xmlns:p14="http://schemas.microsoft.com/office/powerpoint/2010/main" val="214661436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2EAF251-5B00-5340-BB63-EE11F9FFFB21}"/>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7" name="Text Placeholder 9">
            <a:extLst>
              <a:ext uri="{FF2B5EF4-FFF2-40B4-BE49-F238E27FC236}">
                <a16:creationId xmlns:a16="http://schemas.microsoft.com/office/drawing/2014/main" id="{598AD248-FBB9-EC90-3E8C-FC14ED331268}"/>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2F65ADB6-9B4E-3B40-2D08-D56C9C745672}"/>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68419302-9D4B-C414-85A6-46E995A79097}"/>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975BEA12-754F-B220-4724-F1117410A021}"/>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CD48460B-4010-29FD-1AB9-6859382325B1}"/>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9EB5DC1D-FF3F-4D53-9F16-FF58A76C895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86046314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CE67BCC-0F24-9458-E2DD-BC3C0E46F2B3}"/>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8" name="Text Placeholder 9">
            <a:extLst>
              <a:ext uri="{FF2B5EF4-FFF2-40B4-BE49-F238E27FC236}">
                <a16:creationId xmlns:a16="http://schemas.microsoft.com/office/drawing/2014/main" id="{383490CF-6243-6DBB-8F8E-89A16708E497}"/>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A7DBBC8F-C6B0-1582-8311-1B2183819C0A}"/>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32B1C3B0-0128-2E68-D82C-819F705C9022}"/>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155FC468-AAD7-3848-BB3E-5D8A806E04DF}"/>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5562F512-08CF-A4C5-6721-9571A9240AF8}"/>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626B24FE-99E2-3F92-2ACB-C8DC64DBB5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6CDC910A-AC0A-CC7F-1E68-FEB7E6C97CE7}"/>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24470756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30D5257C-2305-5A13-07A2-6D26884505A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9" name="Content Placeholder 17">
            <a:extLst>
              <a:ext uri="{FF2B5EF4-FFF2-40B4-BE49-F238E27FC236}">
                <a16:creationId xmlns:a16="http://schemas.microsoft.com/office/drawing/2014/main" id="{7EFD17F0-D212-D07E-2F1D-1CB6937CFC69}"/>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EC6FEC92-A170-A7CC-8FF6-9FD32F5A0F2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61CACAE4-D9D8-CD09-D583-8423E8CA63DC}"/>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125124BF-59AA-4061-4A22-16A686B4877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43222011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5E9CE48-EF69-F2C9-8A03-F2A8587E01BA}"/>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12" name="Content Placeholder 17">
            <a:extLst>
              <a:ext uri="{FF2B5EF4-FFF2-40B4-BE49-F238E27FC236}">
                <a16:creationId xmlns:a16="http://schemas.microsoft.com/office/drawing/2014/main" id="{F334E708-8C22-D91B-DBA0-AC721B140B7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C218E6AF-82C0-D1E0-384F-B256AD9A07C9}"/>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434732BD-0DE1-7972-8129-6B2FD889422B}"/>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FAD5C41E-6196-A73E-2CC8-40DE5784314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9D705FF2-388B-F1E9-E0EF-2FC6B1B5B16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69241620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29795E3B-57BB-6A89-30A5-3E6BC71D41BA}"/>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DAB5A246-9A0B-65C8-49F8-87EBDAA8FFAB}"/>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EA12CB0F-18C8-4B37-D337-576F193F4E68}"/>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D152F18F-85FF-9779-8F2D-A303D862196F}"/>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254941040"/>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6CD7C39-9B05-5EE2-DEF9-35BCAF89061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8E054368-78BE-CE84-C2FA-4F703E683BE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DEEAD991-3964-F36C-4879-85B7BF15F755}"/>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C0F27CFC-E991-3A28-ACC5-5F26FBD8F2E7}"/>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Chapter Placeholder 2">
            <a:extLst>
              <a:ext uri="{FF2B5EF4-FFF2-40B4-BE49-F238E27FC236}">
                <a16:creationId xmlns:a16="http://schemas.microsoft.com/office/drawing/2014/main" id="{0D3DC115-B2A4-A93A-670B-C9BC365E7171}"/>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914787387"/>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89A27111-DDC9-12A1-4C11-F0F75CF8CCD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A9FC7CEE-5684-A3B6-ACDC-94CBEF3D287A}"/>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E996CBFA-AD09-0282-5487-19F5210631FF}"/>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55764D24-97AD-17C8-67AB-BA489F8EDE94}"/>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75975542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E8072C2C-2703-8769-9855-A1DF4136FBA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ECCC854E-0D6A-570D-C931-2F6200BAE05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268BBB3C-91ED-FE9A-F090-4BB2850F412F}"/>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E8CD221F-7B29-CDBF-0ADB-0213B5CE2E56}"/>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Chapter Placeholder 2">
            <a:extLst>
              <a:ext uri="{FF2B5EF4-FFF2-40B4-BE49-F238E27FC236}">
                <a16:creationId xmlns:a16="http://schemas.microsoft.com/office/drawing/2014/main" id="{E19CADB8-3BFC-DFFA-5725-6A2E5995739B}"/>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99184554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34D2D1D-F935-1AEF-3686-9E03933AF3C7}"/>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026A4472-0CE5-CE56-51B0-EE0D5AB45234}"/>
              </a:ext>
            </a:extLst>
          </p:cNvPr>
          <p:cNvSpPr>
            <a:spLocks noGrp="1"/>
          </p:cNvSpPr>
          <p:nvPr>
            <p:ph type="title"/>
          </p:nvPr>
        </p:nvSpPr>
        <p:spPr>
          <a:xfrm>
            <a:off x="4653064" y="549274"/>
            <a:ext cx="6984776" cy="930372"/>
          </a:xfrm>
        </p:spPr>
        <p:txBody>
          <a:bodyPr/>
          <a:lstStyle/>
          <a:p>
            <a:r>
              <a:rPr lang="en-GB" dirty="0"/>
              <a:t>Click to edit Master title style</a:t>
            </a:r>
            <a:endParaRPr lang="en-US" dirty="0"/>
          </a:p>
        </p:txBody>
      </p:sp>
      <p:sp>
        <p:nvSpPr>
          <p:cNvPr id="8" name="Content Placeholder 5">
            <a:extLst>
              <a:ext uri="{FF2B5EF4-FFF2-40B4-BE49-F238E27FC236}">
                <a16:creationId xmlns:a16="http://schemas.microsoft.com/office/drawing/2014/main" id="{87DAA657-4C53-A96A-1275-F8F3A956F1FC}"/>
              </a:ext>
            </a:extLst>
          </p:cNvPr>
          <p:cNvSpPr>
            <a:spLocks noGrp="1"/>
          </p:cNvSpPr>
          <p:nvPr>
            <p:ph sz="quarter" idx="31"/>
          </p:nvPr>
        </p:nvSpPr>
        <p:spPr>
          <a:xfrm>
            <a:off x="465306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59965397"/>
      </p:ext>
    </p:extLst>
  </p:cSld>
  <p:clrMapOvr>
    <a:masterClrMapping/>
  </p:clrMapOvr>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1F86D18-2B9F-15A7-F262-42B3299538C8}"/>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A51B9BFA-728E-72B8-26EE-69D02F9E6843}"/>
              </a:ext>
            </a:extLst>
          </p:cNvPr>
          <p:cNvSpPr>
            <a:spLocks noGrp="1"/>
          </p:cNvSpPr>
          <p:nvPr>
            <p:ph type="title"/>
          </p:nvPr>
        </p:nvSpPr>
        <p:spPr>
          <a:xfrm>
            <a:off x="4653064" y="549274"/>
            <a:ext cx="69847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5176F9C5-BF52-8377-9A45-2BAA088409C2}"/>
              </a:ext>
            </a:extLst>
          </p:cNvPr>
          <p:cNvSpPr>
            <a:spLocks noGrp="1"/>
          </p:cNvSpPr>
          <p:nvPr>
            <p:ph sz="quarter" idx="31"/>
          </p:nvPr>
        </p:nvSpPr>
        <p:spPr>
          <a:xfrm>
            <a:off x="465306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hapter Placeholder 2">
            <a:extLst>
              <a:ext uri="{FF2B5EF4-FFF2-40B4-BE49-F238E27FC236}">
                <a16:creationId xmlns:a16="http://schemas.microsoft.com/office/drawing/2014/main" id="{C5121BE5-43F6-9EA0-0760-F697D8D2901E}"/>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96400126"/>
      </p:ext>
    </p:extLst>
  </p:cSld>
  <p:clrMapOvr>
    <a:masterClrMapping/>
  </p:clrMapOvr>
  <p:extLst>
    <p:ext uri="{DCECCB84-F9BA-43D5-87BE-67443E8EF086}">
      <p15:sldGuideLst xmlns:p15="http://schemas.microsoft.com/office/powerpoint/2012/main"/>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21DA16B5-28AA-F8F8-9599-C20AC67EA7EC}"/>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7D676D3F-4403-C4D4-FE96-671B2944A0EF}"/>
              </a:ext>
            </a:extLst>
          </p:cNvPr>
          <p:cNvSpPr>
            <a:spLocks noGrp="1"/>
          </p:cNvSpPr>
          <p:nvPr>
            <p:ph type="title"/>
          </p:nvPr>
        </p:nvSpPr>
        <p:spPr>
          <a:xfrm>
            <a:off x="6456040" y="549274"/>
            <a:ext cx="5181800" cy="930372"/>
          </a:xfrm>
        </p:spPr>
        <p:txBody>
          <a:bodyPr/>
          <a:lstStyle/>
          <a:p>
            <a:r>
              <a:rPr lang="en-GB" dirty="0"/>
              <a:t>Click to edit Master title style</a:t>
            </a:r>
            <a:endParaRPr lang="en-US" dirty="0"/>
          </a:p>
        </p:txBody>
      </p:sp>
      <p:sp>
        <p:nvSpPr>
          <p:cNvPr id="7" name="Content Placeholder 5">
            <a:extLst>
              <a:ext uri="{FF2B5EF4-FFF2-40B4-BE49-F238E27FC236}">
                <a16:creationId xmlns:a16="http://schemas.microsoft.com/office/drawing/2014/main" id="{0024CA17-8874-30AD-4AB9-C21052582DE0}"/>
              </a:ext>
            </a:extLst>
          </p:cNvPr>
          <p:cNvSpPr>
            <a:spLocks noGrp="1"/>
          </p:cNvSpPr>
          <p:nvPr>
            <p:ph sz="quarter" idx="31"/>
          </p:nvPr>
        </p:nvSpPr>
        <p:spPr>
          <a:xfrm>
            <a:off x="6456040" y="2132856"/>
            <a:ext cx="518180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78373630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0F2B6431-0088-DCDC-2F12-E64030BEB05E}"/>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B53A30D3-BF6A-D3FB-C46D-4AE2C01C46E0}"/>
              </a:ext>
            </a:extLst>
          </p:cNvPr>
          <p:cNvSpPr>
            <a:spLocks noGrp="1"/>
          </p:cNvSpPr>
          <p:nvPr>
            <p:ph type="title"/>
          </p:nvPr>
        </p:nvSpPr>
        <p:spPr>
          <a:xfrm>
            <a:off x="6456040" y="549274"/>
            <a:ext cx="5181800"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55D68D91-22FB-6CD4-9915-A14BC3265458}"/>
              </a:ext>
            </a:extLst>
          </p:cNvPr>
          <p:cNvSpPr>
            <a:spLocks noGrp="1"/>
          </p:cNvSpPr>
          <p:nvPr>
            <p:ph sz="quarter" idx="31"/>
          </p:nvPr>
        </p:nvSpPr>
        <p:spPr>
          <a:xfrm>
            <a:off x="6456040" y="2132856"/>
            <a:ext cx="518180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hapter Placeholder 2">
            <a:extLst>
              <a:ext uri="{FF2B5EF4-FFF2-40B4-BE49-F238E27FC236}">
                <a16:creationId xmlns:a16="http://schemas.microsoft.com/office/drawing/2014/main" id="{BE7D5E90-F659-23C9-974F-87B7B5486E6F}"/>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42318019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dirty="0"/>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9652194E-DFE1-2399-69BE-86E79E0C030B}"/>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46917691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53217143"/>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B3B3E366-5F6B-4DAD-CC9B-8BC1097C99E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47437667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08059779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6E3395B1-F7FC-802B-A216-F01560E9113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13221346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24551393"/>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033216B3-32DC-26FE-5B0C-AA59A5EEF72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11591815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7403432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920BAA7-9E43-593A-ECC2-C0865059C307}"/>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324482956"/>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bg2"/>
                </a:solidFill>
                <a:latin typeface="+mn-lt"/>
              </a:rPr>
              <a:t>w</a:t>
            </a:r>
            <a:r>
              <a:rPr lang="en-US" sz="1050" dirty="0">
                <a:solidFill>
                  <a:schemeClr val="bg2"/>
                </a:solidFill>
                <a:latin typeface="+mn-lt"/>
              </a:rPr>
              <a:t>ww.capgemini.com</a:t>
            </a: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bg2"/>
                </a:solidFill>
                <a:effectLst/>
                <a:uLnTx/>
                <a:uFillTx/>
                <a:latin typeface="+mn-lt"/>
                <a:ea typeface="+mn-ea"/>
                <a:cs typeface="+mn-cs"/>
              </a:rPr>
              <a:t>About Capgemini</a:t>
            </a:r>
          </a:p>
          <a:p>
            <a:pPr marL="0" marR="0" indent="0" algn="just" defTabSz="914400" rtl="0" eaLnBrk="1" fontAlgn="auto" latinLnBrk="0" hangingPunct="1">
              <a:lnSpc>
                <a:spcPct val="100000"/>
              </a:lnSpc>
              <a:spcBef>
                <a:spcPts val="0"/>
              </a:spcBef>
              <a:spcAft>
                <a:spcPts val="0"/>
              </a:spcAft>
              <a:buClrTx/>
              <a:buSzTx/>
              <a:buFontTx/>
              <a:buNone/>
              <a:tabLst/>
              <a:defRPr/>
            </a:pPr>
            <a:r>
              <a:rPr lang="en-US" sz="900" dirty="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3" name="Rectangle 2">
            <a:extLst>
              <a:ext uri="{FF2B5EF4-FFF2-40B4-BE49-F238E27FC236}">
                <a16:creationId xmlns:a16="http://schemas.microsoft.com/office/drawing/2014/main" id="{7ECA3DCF-BB95-29ED-4C63-4ABA324ED80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2061026922"/>
      </p:ext>
    </p:extLst>
  </p:cSld>
  <p:clrMapOvr>
    <a:masterClrMapping/>
  </p:clrMapOvr>
  <p:extLst>
    <p:ext uri="{DCECCB84-F9BA-43D5-87BE-67443E8EF086}">
      <p15:sldGuideLst xmlns:p15="http://schemas.microsoft.com/office/powerpoint/2012/main"/>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bg2"/>
                </a:solidFill>
                <a:latin typeface="+mn-lt"/>
              </a:rPr>
              <a:t>w</a:t>
            </a:r>
            <a:r>
              <a:rPr lang="en-US" sz="1050" dirty="0">
                <a:solidFill>
                  <a:schemeClr val="bg2"/>
                </a:solidFill>
                <a:latin typeface="+mn-lt"/>
              </a:rPr>
              <a:t>ww.capgemini.com</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2" name="Rectangle 1">
            <a:extLst>
              <a:ext uri="{FF2B5EF4-FFF2-40B4-BE49-F238E27FC236}">
                <a16:creationId xmlns:a16="http://schemas.microsoft.com/office/drawing/2014/main" id="{B0ED2EA3-431C-98F0-F5DF-BA8CD83988E8}"/>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sp>
        <p:nvSpPr>
          <p:cNvPr id="3" name="Rectangle 2">
            <a:extLst>
              <a:ext uri="{FF2B5EF4-FFF2-40B4-BE49-F238E27FC236}">
                <a16:creationId xmlns:a16="http://schemas.microsoft.com/office/drawing/2014/main" id="{A00DCBE3-E072-9262-C394-C6548BB92DEF}"/>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636564670"/>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bg2"/>
                </a:solidFill>
                <a:latin typeface="+mn-lt"/>
              </a:rPr>
              <a:t>w</a:t>
            </a:r>
            <a:r>
              <a:rPr lang="en-US" sz="1050" dirty="0">
                <a:solidFill>
                  <a:schemeClr val="bg2"/>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12">
            <a:extLst>
              <a:ext uri="{FF2B5EF4-FFF2-40B4-BE49-F238E27FC236}">
                <a16:creationId xmlns:a16="http://schemas.microsoft.com/office/drawing/2014/main" id="{AF5AEA53-A3F6-3C43-28B7-ED0F7493535A}"/>
              </a:ext>
            </a:extLst>
          </p:cNvPr>
          <p:cNvGrpSpPr/>
          <p:nvPr userDrawn="1"/>
        </p:nvGrpSpPr>
        <p:grpSpPr>
          <a:xfrm>
            <a:off x="8904288" y="5569004"/>
            <a:ext cx="1951070" cy="335280"/>
            <a:chOff x="8904288" y="5569004"/>
            <a:chExt cx="1951070" cy="335280"/>
          </a:xfrm>
        </p:grpSpPr>
        <p:pic>
          <p:nvPicPr>
            <p:cNvPr id="14" name="Picture 13">
              <a:hlinkClick r:id="rId2"/>
              <a:extLst>
                <a:ext uri="{FF2B5EF4-FFF2-40B4-BE49-F238E27FC236}">
                  <a16:creationId xmlns:a16="http://schemas.microsoft.com/office/drawing/2014/main" id="{BB2967E7-796B-6EA2-7BAD-CE5AAD3E5CCA}"/>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5" name="Picture 14">
              <a:hlinkClick r:id="rId5"/>
              <a:extLst>
                <a:ext uri="{FF2B5EF4-FFF2-40B4-BE49-F238E27FC236}">
                  <a16:creationId xmlns:a16="http://schemas.microsoft.com/office/drawing/2014/main" id="{D948212D-4697-CFC5-FD02-46AE44A499B0}"/>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6" name="Picture 15">
              <a:hlinkClick r:id="rId8"/>
              <a:extLst>
                <a:ext uri="{FF2B5EF4-FFF2-40B4-BE49-F238E27FC236}">
                  <a16:creationId xmlns:a16="http://schemas.microsoft.com/office/drawing/2014/main" id="{97D4CB73-5886-FD21-53D6-579070C9461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8" name="Picture 17">
              <a:hlinkClick r:id="rId11"/>
              <a:extLst>
                <a:ext uri="{FF2B5EF4-FFF2-40B4-BE49-F238E27FC236}">
                  <a16:creationId xmlns:a16="http://schemas.microsoft.com/office/drawing/2014/main" id="{20E4809F-7CE4-E75D-D9B3-B83DC708507C}"/>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9" name="Picture 18">
              <a:hlinkClick r:id="rId14"/>
              <a:extLst>
                <a:ext uri="{FF2B5EF4-FFF2-40B4-BE49-F238E27FC236}">
                  <a16:creationId xmlns:a16="http://schemas.microsoft.com/office/drawing/2014/main" id="{03D14A75-529F-A677-2FA2-C0BF7D445A39}"/>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2" name="Rectangle 1">
            <a:extLst>
              <a:ext uri="{FF2B5EF4-FFF2-40B4-BE49-F238E27FC236}">
                <a16:creationId xmlns:a16="http://schemas.microsoft.com/office/drawing/2014/main" id="{22ED8818-43EC-6700-AF45-E9B8C97AE8CD}"/>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sp>
        <p:nvSpPr>
          <p:cNvPr id="3" name="Rectangle 2">
            <a:extLst>
              <a:ext uri="{FF2B5EF4-FFF2-40B4-BE49-F238E27FC236}">
                <a16:creationId xmlns:a16="http://schemas.microsoft.com/office/drawing/2014/main" id="{BF9308E6-A7C1-CCDE-ED00-7A9C45249422}"/>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120736517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image" Target="../media/image1.png"/><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slideLayout" Target="../slideLayouts/slideLayout85.xml"/><Relationship Id="rId39" Type="http://schemas.openxmlformats.org/officeDocument/2006/relationships/slideLayout" Target="../slideLayouts/slideLayout98.xml"/><Relationship Id="rId21" Type="http://schemas.openxmlformats.org/officeDocument/2006/relationships/slideLayout" Target="../slideLayouts/slideLayout80.xml"/><Relationship Id="rId34" Type="http://schemas.openxmlformats.org/officeDocument/2006/relationships/slideLayout" Target="../slideLayouts/slideLayout93.xml"/><Relationship Id="rId42" Type="http://schemas.openxmlformats.org/officeDocument/2006/relationships/slideLayout" Target="../slideLayouts/slideLayout101.xml"/><Relationship Id="rId47" Type="http://schemas.openxmlformats.org/officeDocument/2006/relationships/slideLayout" Target="../slideLayouts/slideLayout106.xml"/><Relationship Id="rId50" Type="http://schemas.openxmlformats.org/officeDocument/2006/relationships/slideLayout" Target="../slideLayouts/slideLayout109.xml"/><Relationship Id="rId55" Type="http://schemas.openxmlformats.org/officeDocument/2006/relationships/slideLayout" Target="../slideLayouts/slideLayout114.xml"/><Relationship Id="rId7" Type="http://schemas.openxmlformats.org/officeDocument/2006/relationships/slideLayout" Target="../slideLayouts/slideLayout66.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9" Type="http://schemas.openxmlformats.org/officeDocument/2006/relationships/slideLayout" Target="../slideLayouts/slideLayout88.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32" Type="http://schemas.openxmlformats.org/officeDocument/2006/relationships/slideLayout" Target="../slideLayouts/slideLayout91.xml"/><Relationship Id="rId37" Type="http://schemas.openxmlformats.org/officeDocument/2006/relationships/slideLayout" Target="../slideLayouts/slideLayout96.xml"/><Relationship Id="rId40" Type="http://schemas.openxmlformats.org/officeDocument/2006/relationships/slideLayout" Target="../slideLayouts/slideLayout99.xml"/><Relationship Id="rId45" Type="http://schemas.openxmlformats.org/officeDocument/2006/relationships/slideLayout" Target="../slideLayouts/slideLayout104.xml"/><Relationship Id="rId53" Type="http://schemas.openxmlformats.org/officeDocument/2006/relationships/slideLayout" Target="../slideLayouts/slideLayout112.xml"/><Relationship Id="rId58" Type="http://schemas.openxmlformats.org/officeDocument/2006/relationships/slideLayout" Target="../slideLayouts/slideLayout117.xml"/><Relationship Id="rId5" Type="http://schemas.openxmlformats.org/officeDocument/2006/relationships/slideLayout" Target="../slideLayouts/slideLayout64.xml"/><Relationship Id="rId61" Type="http://schemas.openxmlformats.org/officeDocument/2006/relationships/image" Target="../media/image1.png"/><Relationship Id="rId19" Type="http://schemas.openxmlformats.org/officeDocument/2006/relationships/slideLayout" Target="../slideLayouts/slideLayout7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slideLayout" Target="../slideLayouts/slideLayout86.xml"/><Relationship Id="rId30" Type="http://schemas.openxmlformats.org/officeDocument/2006/relationships/slideLayout" Target="../slideLayouts/slideLayout89.xml"/><Relationship Id="rId35" Type="http://schemas.openxmlformats.org/officeDocument/2006/relationships/slideLayout" Target="../slideLayouts/slideLayout94.xml"/><Relationship Id="rId43" Type="http://schemas.openxmlformats.org/officeDocument/2006/relationships/slideLayout" Target="../slideLayouts/slideLayout102.xml"/><Relationship Id="rId48" Type="http://schemas.openxmlformats.org/officeDocument/2006/relationships/slideLayout" Target="../slideLayouts/slideLayout107.xml"/><Relationship Id="rId56" Type="http://schemas.openxmlformats.org/officeDocument/2006/relationships/slideLayout" Target="../slideLayouts/slideLayout115.xml"/><Relationship Id="rId8" Type="http://schemas.openxmlformats.org/officeDocument/2006/relationships/slideLayout" Target="../slideLayouts/slideLayout67.xml"/><Relationship Id="rId51" Type="http://schemas.openxmlformats.org/officeDocument/2006/relationships/slideLayout" Target="../slideLayouts/slideLayout110.xml"/><Relationship Id="rId3" Type="http://schemas.openxmlformats.org/officeDocument/2006/relationships/slideLayout" Target="../slideLayouts/slideLayout62.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33" Type="http://schemas.openxmlformats.org/officeDocument/2006/relationships/slideLayout" Target="../slideLayouts/slideLayout92.xml"/><Relationship Id="rId38" Type="http://schemas.openxmlformats.org/officeDocument/2006/relationships/slideLayout" Target="../slideLayouts/slideLayout97.xml"/><Relationship Id="rId46" Type="http://schemas.openxmlformats.org/officeDocument/2006/relationships/slideLayout" Target="../slideLayouts/slideLayout105.xml"/><Relationship Id="rId59" Type="http://schemas.openxmlformats.org/officeDocument/2006/relationships/slideLayout" Target="../slideLayouts/slideLayout118.xml"/><Relationship Id="rId20" Type="http://schemas.openxmlformats.org/officeDocument/2006/relationships/slideLayout" Target="../slideLayouts/slideLayout79.xml"/><Relationship Id="rId41" Type="http://schemas.openxmlformats.org/officeDocument/2006/relationships/slideLayout" Target="../slideLayouts/slideLayout100.xml"/><Relationship Id="rId54" Type="http://schemas.openxmlformats.org/officeDocument/2006/relationships/slideLayout" Target="../slideLayouts/slideLayout113.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slideLayout" Target="../slideLayouts/slideLayout87.xml"/><Relationship Id="rId36" Type="http://schemas.openxmlformats.org/officeDocument/2006/relationships/slideLayout" Target="../slideLayouts/slideLayout95.xml"/><Relationship Id="rId49" Type="http://schemas.openxmlformats.org/officeDocument/2006/relationships/slideLayout" Target="../slideLayouts/slideLayout108.xml"/><Relationship Id="rId57" Type="http://schemas.openxmlformats.org/officeDocument/2006/relationships/slideLayout" Target="../slideLayouts/slideLayout116.xml"/><Relationship Id="rId10" Type="http://schemas.openxmlformats.org/officeDocument/2006/relationships/slideLayout" Target="../slideLayouts/slideLayout69.xml"/><Relationship Id="rId31" Type="http://schemas.openxmlformats.org/officeDocument/2006/relationships/slideLayout" Target="../slideLayouts/slideLayout90.xml"/><Relationship Id="rId44" Type="http://schemas.openxmlformats.org/officeDocument/2006/relationships/slideLayout" Target="../slideLayouts/slideLayout103.xml"/><Relationship Id="rId52" Type="http://schemas.openxmlformats.org/officeDocument/2006/relationships/slideLayout" Target="../slideLayouts/slideLayout111.xml"/><Relationship Id="rId60" Type="http://schemas.openxmlformats.org/officeDocument/2006/relationships/theme" Target="../theme/theme2.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dirty="0"/>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Tree>
    <p:extLst>
      <p:ext uri="{BB962C8B-B14F-4D97-AF65-F5344CB8AC3E}">
        <p14:creationId xmlns:p14="http://schemas.microsoft.com/office/powerpoint/2010/main" val="82415338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 id="2147483703" r:id="rId53"/>
    <p:sldLayoutId id="2147483704" r:id="rId54"/>
    <p:sldLayoutId id="2147483705" r:id="rId55"/>
    <p:sldLayoutId id="2147483706" r:id="rId56"/>
    <p:sldLayoutId id="2147483707" r:id="rId57"/>
    <p:sldLayoutId id="2147483708" r:id="rId58"/>
    <p:sldLayoutId id="2147483709"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dirty="0"/>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pic>
        <p:nvPicPr>
          <p:cNvPr id="4" name="GRID" hidden="1">
            <a:extLst>
              <a:ext uri="{FF2B5EF4-FFF2-40B4-BE49-F238E27FC236}">
                <a16:creationId xmlns:a16="http://schemas.microsoft.com/office/drawing/2014/main" id="{BFE9CEFE-AC76-53D3-2BFB-AAF1D501EAEE}"/>
              </a:ext>
            </a:extLst>
          </p:cNvPr>
          <p:cNvPicPr>
            <a:picLocks noGrp="1" noRo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4EBDE9B6-7E8E-ECA3-7C18-8F15D7F2CDF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11" name="Text Placeholder 1">
            <a:extLst>
              <a:ext uri="{FF2B5EF4-FFF2-40B4-BE49-F238E27FC236}">
                <a16:creationId xmlns:a16="http://schemas.microsoft.com/office/drawing/2014/main" id="{E1DE77AD-1B56-5F52-BDCF-20F452E15E8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L" dirty="0"/>
          </a:p>
        </p:txBody>
      </p:sp>
    </p:spTree>
    <p:extLst>
      <p:ext uri="{BB962C8B-B14F-4D97-AF65-F5344CB8AC3E}">
        <p14:creationId xmlns:p14="http://schemas.microsoft.com/office/powerpoint/2010/main" val="691674143"/>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 id="2147483785" r:id="rId15"/>
    <p:sldLayoutId id="2147483786" r:id="rId16"/>
    <p:sldLayoutId id="2147483787" r:id="rId17"/>
    <p:sldLayoutId id="2147483788" r:id="rId18"/>
    <p:sldLayoutId id="2147483789" r:id="rId19"/>
    <p:sldLayoutId id="2147483790" r:id="rId20"/>
    <p:sldLayoutId id="2147483791" r:id="rId21"/>
    <p:sldLayoutId id="2147483792" r:id="rId22"/>
    <p:sldLayoutId id="2147483793" r:id="rId23"/>
    <p:sldLayoutId id="2147483794" r:id="rId24"/>
    <p:sldLayoutId id="2147483795" r:id="rId25"/>
    <p:sldLayoutId id="2147483796" r:id="rId26"/>
    <p:sldLayoutId id="2147483797" r:id="rId27"/>
    <p:sldLayoutId id="2147483798" r:id="rId28"/>
    <p:sldLayoutId id="2147483799" r:id="rId29"/>
    <p:sldLayoutId id="2147483800" r:id="rId30"/>
    <p:sldLayoutId id="2147483801" r:id="rId31"/>
    <p:sldLayoutId id="2147483802" r:id="rId32"/>
    <p:sldLayoutId id="2147483803" r:id="rId33"/>
    <p:sldLayoutId id="2147483804" r:id="rId34"/>
    <p:sldLayoutId id="2147483805" r:id="rId35"/>
    <p:sldLayoutId id="2147483806" r:id="rId36"/>
    <p:sldLayoutId id="2147483807" r:id="rId37"/>
    <p:sldLayoutId id="2147483808" r:id="rId38"/>
    <p:sldLayoutId id="2147483809" r:id="rId39"/>
    <p:sldLayoutId id="2147483810" r:id="rId40"/>
    <p:sldLayoutId id="2147483811" r:id="rId41"/>
    <p:sldLayoutId id="2147483812" r:id="rId42"/>
    <p:sldLayoutId id="2147483813" r:id="rId43"/>
    <p:sldLayoutId id="2147483814" r:id="rId44"/>
    <p:sldLayoutId id="2147483815" r:id="rId45"/>
    <p:sldLayoutId id="2147483816" r:id="rId46"/>
    <p:sldLayoutId id="2147483817" r:id="rId47"/>
    <p:sldLayoutId id="2147483818" r:id="rId48"/>
    <p:sldLayoutId id="2147483819" r:id="rId49"/>
    <p:sldLayoutId id="2147483820" r:id="rId50"/>
    <p:sldLayoutId id="2147483821" r:id="rId51"/>
    <p:sldLayoutId id="2147483822" r:id="rId52"/>
    <p:sldLayoutId id="2147483823" r:id="rId53"/>
    <p:sldLayoutId id="2147483824" r:id="rId54"/>
    <p:sldLayoutId id="2147483825" r:id="rId55"/>
    <p:sldLayoutId id="2147483826" r:id="rId56"/>
    <p:sldLayoutId id="2147483827" r:id="rId57"/>
    <p:sldLayoutId id="2147483828" r:id="rId58"/>
    <p:sldLayoutId id="2147483829"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067DE-6BAF-4DE7-8B20-720800CA2DC7}"/>
            </a:ext>
          </a:extLst>
        </p:cNvPr>
        <p:cNvGrpSpPr/>
        <p:nvPr/>
      </p:nvGrpSpPr>
      <p:grpSpPr>
        <a:xfrm>
          <a:off x="0" y="0"/>
          <a:ext cx="0" cy="0"/>
          <a:chOff x="0" y="0"/>
          <a:chExt cx="0" cy="0"/>
        </a:xfrm>
      </p:grpSpPr>
      <p:sp>
        <p:nvSpPr>
          <p:cNvPr id="4" name="Shape 0">
            <a:extLst>
              <a:ext uri="{FF2B5EF4-FFF2-40B4-BE49-F238E27FC236}">
                <a16:creationId xmlns:a16="http://schemas.microsoft.com/office/drawing/2014/main" id="{4AF580BC-CCC5-7713-8404-97426A675D79}"/>
              </a:ext>
            </a:extLst>
          </p:cNvPr>
          <p:cNvSpPr/>
          <p:nvPr/>
        </p:nvSpPr>
        <p:spPr>
          <a:xfrm>
            <a:off x="812800" y="812800"/>
            <a:ext cx="1736923" cy="311150"/>
          </a:xfrm>
          <a:prstGeom prst="roundRect">
            <a:avLst>
              <a:gd name="adj" fmla="val 20408"/>
            </a:avLst>
          </a:prstGeom>
          <a:solidFill>
            <a:srgbClr val="0070C0"/>
          </a:solidFill>
          <a:ln>
            <a:noFill/>
          </a:ln>
        </p:spPr>
        <p:txBody>
          <a:bodyPr/>
          <a:lstStyle/>
          <a:p>
            <a:endParaRPr lang="en-IN"/>
          </a:p>
        </p:txBody>
      </p:sp>
      <p:sp>
        <p:nvSpPr>
          <p:cNvPr id="6" name="Text 1">
            <a:extLst>
              <a:ext uri="{FF2B5EF4-FFF2-40B4-BE49-F238E27FC236}">
                <a16:creationId xmlns:a16="http://schemas.microsoft.com/office/drawing/2014/main" id="{7362935F-E7BB-7963-C6E5-FC201B636BDE}"/>
              </a:ext>
            </a:extLst>
          </p:cNvPr>
          <p:cNvSpPr/>
          <p:nvPr/>
        </p:nvSpPr>
        <p:spPr>
          <a:xfrm>
            <a:off x="990600" y="863600"/>
            <a:ext cx="1432123" cy="234950"/>
          </a:xfrm>
          <a:prstGeom prst="rect">
            <a:avLst/>
          </a:prstGeom>
          <a:noFill/>
          <a:ln/>
        </p:spPr>
        <p:txBody>
          <a:bodyPr wrap="square" lIns="0" tIns="0" rIns="0" bIns="0" rtlCol="0" anchor="t">
            <a:normAutofit fontScale="92500"/>
          </a:bodyPr>
          <a:lstStyle/>
          <a:p>
            <a:pPr marL="0" indent="0" algn="l">
              <a:lnSpc>
                <a:spcPts val="1680"/>
              </a:lnSpc>
              <a:buNone/>
            </a:pPr>
            <a:r>
              <a:rPr lang="en-US" sz="1200" b="1" dirty="0">
                <a:solidFill>
                  <a:srgbClr val="FBFAF7"/>
                </a:solidFill>
                <a:ea typeface="Source Sans 3" pitchFamily="34" charset="-122"/>
                <a:cs typeface="Source Sans 3" pitchFamily="34" charset="-120"/>
              </a:rPr>
              <a:t>ServiceNow Platform</a:t>
            </a:r>
            <a:endParaRPr lang="en-US" sz="1200" dirty="0"/>
          </a:p>
        </p:txBody>
      </p:sp>
      <p:sp>
        <p:nvSpPr>
          <p:cNvPr id="8" name="Shape 2">
            <a:extLst>
              <a:ext uri="{FF2B5EF4-FFF2-40B4-BE49-F238E27FC236}">
                <a16:creationId xmlns:a16="http://schemas.microsoft.com/office/drawing/2014/main" id="{305FF135-B15A-71CC-455B-141F64AE11D0}"/>
              </a:ext>
            </a:extLst>
          </p:cNvPr>
          <p:cNvSpPr/>
          <p:nvPr/>
        </p:nvSpPr>
        <p:spPr>
          <a:xfrm>
            <a:off x="2651323" y="812800"/>
            <a:ext cx="1059755" cy="311150"/>
          </a:xfrm>
          <a:prstGeom prst="roundRect">
            <a:avLst>
              <a:gd name="adj" fmla="val 20408"/>
            </a:avLst>
          </a:prstGeom>
          <a:solidFill>
            <a:srgbClr val="00B0F0"/>
          </a:solidFill>
          <a:ln>
            <a:noFill/>
          </a:ln>
        </p:spPr>
        <p:txBody>
          <a:bodyPr/>
          <a:lstStyle/>
          <a:p>
            <a:endParaRPr lang="en-IN"/>
          </a:p>
        </p:txBody>
      </p:sp>
      <p:sp>
        <p:nvSpPr>
          <p:cNvPr id="10" name="Text 3">
            <a:extLst>
              <a:ext uri="{FF2B5EF4-FFF2-40B4-BE49-F238E27FC236}">
                <a16:creationId xmlns:a16="http://schemas.microsoft.com/office/drawing/2014/main" id="{2C474FA5-CB2A-A604-F34E-1125E63546CF}"/>
              </a:ext>
            </a:extLst>
          </p:cNvPr>
          <p:cNvSpPr/>
          <p:nvPr/>
        </p:nvSpPr>
        <p:spPr>
          <a:xfrm>
            <a:off x="2829123" y="863600"/>
            <a:ext cx="754955" cy="234950"/>
          </a:xfrm>
          <a:prstGeom prst="rect">
            <a:avLst/>
          </a:prstGeom>
          <a:solidFill>
            <a:srgbClr val="00B0F0"/>
          </a:solidFill>
          <a:ln>
            <a:noFill/>
          </a:ln>
        </p:spPr>
        <p:txBody>
          <a:bodyPr wrap="square" lIns="0" tIns="0" rIns="0" bIns="0" rtlCol="0" anchor="t">
            <a:normAutofit fontScale="92500"/>
          </a:bodyPr>
          <a:lstStyle/>
          <a:p>
            <a:pPr marL="0" indent="0" algn="l">
              <a:lnSpc>
                <a:spcPts val="1680"/>
              </a:lnSpc>
              <a:buNone/>
            </a:pPr>
            <a:r>
              <a:rPr lang="en-US" sz="1200" b="1" dirty="0">
                <a:solidFill>
                  <a:srgbClr val="FBFAF7"/>
                </a:solidFill>
                <a:ea typeface="Source Sans 3" pitchFamily="34" charset="-122"/>
                <a:cs typeface="Source Sans 3" pitchFamily="34" charset="-120"/>
              </a:rPr>
              <a:t>Now Assist</a:t>
            </a:r>
            <a:endParaRPr lang="en-US" sz="1200" dirty="0"/>
          </a:p>
        </p:txBody>
      </p:sp>
      <p:sp>
        <p:nvSpPr>
          <p:cNvPr id="12" name="Text 4">
            <a:extLst>
              <a:ext uri="{FF2B5EF4-FFF2-40B4-BE49-F238E27FC236}">
                <a16:creationId xmlns:a16="http://schemas.microsoft.com/office/drawing/2014/main" id="{FB9CED3F-131F-78CA-DA8C-B69F678E302C}"/>
              </a:ext>
            </a:extLst>
          </p:cNvPr>
          <p:cNvSpPr/>
          <p:nvPr/>
        </p:nvSpPr>
        <p:spPr>
          <a:xfrm>
            <a:off x="812800" y="2568575"/>
            <a:ext cx="10883392" cy="717550"/>
          </a:xfrm>
          <a:prstGeom prst="rect">
            <a:avLst/>
          </a:prstGeom>
          <a:noFill/>
          <a:ln/>
        </p:spPr>
        <p:txBody>
          <a:bodyPr wrap="square" lIns="0" tIns="0" rIns="0" bIns="0" rtlCol="0" anchor="t">
            <a:normAutofit/>
          </a:bodyPr>
          <a:lstStyle/>
          <a:p>
            <a:pPr marL="0" indent="0" algn="l">
              <a:lnSpc>
                <a:spcPts val="5460"/>
              </a:lnSpc>
              <a:buNone/>
            </a:pPr>
            <a:r>
              <a:rPr lang="en-US" sz="5200" dirty="0">
                <a:solidFill>
                  <a:srgbClr val="F5F4EF"/>
                </a:solidFill>
                <a:latin typeface="+mj-lt"/>
                <a:ea typeface="Source Sans 3" pitchFamily="34" charset="-122"/>
                <a:cs typeface="Source Sans 3" pitchFamily="34" charset="-120"/>
              </a:rPr>
              <a:t>ServiceNow Hackathon</a:t>
            </a:r>
            <a:endParaRPr lang="en-US" sz="5200" dirty="0">
              <a:latin typeface="+mj-lt"/>
            </a:endParaRPr>
          </a:p>
        </p:txBody>
      </p:sp>
      <p:sp>
        <p:nvSpPr>
          <p:cNvPr id="14" name="Text 5">
            <a:extLst>
              <a:ext uri="{FF2B5EF4-FFF2-40B4-BE49-F238E27FC236}">
                <a16:creationId xmlns:a16="http://schemas.microsoft.com/office/drawing/2014/main" id="{15DCEEF1-D220-926A-D799-03C0C0AAE754}"/>
              </a:ext>
            </a:extLst>
          </p:cNvPr>
          <p:cNvSpPr/>
          <p:nvPr/>
        </p:nvSpPr>
        <p:spPr>
          <a:xfrm>
            <a:off x="812800" y="3413125"/>
            <a:ext cx="10883392" cy="41275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00B0F0"/>
                </a:solidFill>
                <a:ea typeface="Source Sans 3" pitchFamily="34" charset="-122"/>
                <a:cs typeface="Source Sans 3" pitchFamily="34" charset="-120"/>
              </a:rPr>
              <a:t>Ten industry problem statements, solved with Now Assist</a:t>
            </a:r>
            <a:endParaRPr lang="en-US" sz="2200" dirty="0">
              <a:solidFill>
                <a:srgbClr val="00B0F0"/>
              </a:solidFill>
            </a:endParaRPr>
          </a:p>
        </p:txBody>
      </p:sp>
      <p:sp>
        <p:nvSpPr>
          <p:cNvPr id="16" name="Shape 6">
            <a:extLst>
              <a:ext uri="{FF2B5EF4-FFF2-40B4-BE49-F238E27FC236}">
                <a16:creationId xmlns:a16="http://schemas.microsoft.com/office/drawing/2014/main" id="{56F50764-D312-5803-02B7-6AC570B9528F}"/>
              </a:ext>
            </a:extLst>
          </p:cNvPr>
          <p:cNvSpPr/>
          <p:nvPr/>
        </p:nvSpPr>
        <p:spPr>
          <a:xfrm>
            <a:off x="812800" y="5257800"/>
            <a:ext cx="3386634" cy="0"/>
          </a:xfrm>
          <a:prstGeom prst="line">
            <a:avLst/>
          </a:prstGeom>
          <a:noFill/>
          <a:ln w="25400">
            <a:solidFill>
              <a:schemeClr val="accent2"/>
            </a:solidFill>
            <a:prstDash val="solid"/>
          </a:ln>
        </p:spPr>
        <p:txBody>
          <a:bodyPr/>
          <a:lstStyle/>
          <a:p>
            <a:endParaRPr lang="en-IN"/>
          </a:p>
        </p:txBody>
      </p:sp>
      <p:sp>
        <p:nvSpPr>
          <p:cNvPr id="18" name="Text 7">
            <a:extLst>
              <a:ext uri="{FF2B5EF4-FFF2-40B4-BE49-F238E27FC236}">
                <a16:creationId xmlns:a16="http://schemas.microsoft.com/office/drawing/2014/main" id="{D4E4954C-4315-3CD1-43AD-252CDFB84AF0}"/>
              </a:ext>
            </a:extLst>
          </p:cNvPr>
          <p:cNvSpPr/>
          <p:nvPr/>
        </p:nvSpPr>
        <p:spPr>
          <a:xfrm>
            <a:off x="812800" y="5397500"/>
            <a:ext cx="348823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5F4EF"/>
                </a:solidFill>
                <a:ea typeface="Source Sans 3" pitchFamily="34" charset="-122"/>
                <a:cs typeface="Source Sans 3" pitchFamily="34" charset="-120"/>
              </a:rPr>
              <a:t>Use Now Assist</a:t>
            </a:r>
            <a:endParaRPr lang="en-US" sz="1500" dirty="0"/>
          </a:p>
        </p:txBody>
      </p:sp>
      <p:sp>
        <p:nvSpPr>
          <p:cNvPr id="20" name="Text 8">
            <a:extLst>
              <a:ext uri="{FF2B5EF4-FFF2-40B4-BE49-F238E27FC236}">
                <a16:creationId xmlns:a16="http://schemas.microsoft.com/office/drawing/2014/main" id="{AB21F21F-F37A-BF11-C9D5-577DE11DF175}"/>
              </a:ext>
            </a:extLst>
          </p:cNvPr>
          <p:cNvSpPr/>
          <p:nvPr/>
        </p:nvSpPr>
        <p:spPr>
          <a:xfrm>
            <a:off x="812800" y="5626100"/>
            <a:ext cx="3488233"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4"/>
                </a:solidFill>
                <a:ea typeface="Source Sans 3" pitchFamily="34" charset="-122"/>
                <a:cs typeface="Source Sans 3" pitchFamily="34" charset="-120"/>
              </a:rPr>
              <a:t>Every solution must include generative AI capabilities, not only workflows</a:t>
            </a:r>
            <a:endParaRPr lang="en-US" sz="1200" dirty="0"/>
          </a:p>
        </p:txBody>
      </p:sp>
      <p:sp>
        <p:nvSpPr>
          <p:cNvPr id="22" name="Shape 9">
            <a:extLst>
              <a:ext uri="{FF2B5EF4-FFF2-40B4-BE49-F238E27FC236}">
                <a16:creationId xmlns:a16="http://schemas.microsoft.com/office/drawing/2014/main" id="{A80F487D-C216-DF31-4FF0-B817EFE600EB}"/>
              </a:ext>
            </a:extLst>
          </p:cNvPr>
          <p:cNvSpPr/>
          <p:nvPr/>
        </p:nvSpPr>
        <p:spPr>
          <a:xfrm>
            <a:off x="4402634" y="5257800"/>
            <a:ext cx="3386634" cy="0"/>
          </a:xfrm>
          <a:prstGeom prst="line">
            <a:avLst/>
          </a:prstGeom>
          <a:noFill/>
          <a:ln w="25400">
            <a:solidFill>
              <a:schemeClr val="accent2"/>
            </a:solidFill>
            <a:prstDash val="solid"/>
          </a:ln>
        </p:spPr>
        <p:txBody>
          <a:bodyPr/>
          <a:lstStyle/>
          <a:p>
            <a:endParaRPr lang="en-IN"/>
          </a:p>
        </p:txBody>
      </p:sp>
      <p:sp>
        <p:nvSpPr>
          <p:cNvPr id="24" name="Text 10">
            <a:extLst>
              <a:ext uri="{FF2B5EF4-FFF2-40B4-BE49-F238E27FC236}">
                <a16:creationId xmlns:a16="http://schemas.microsoft.com/office/drawing/2014/main" id="{934DAA3C-1A54-BEE3-C157-2E9337B9A21E}"/>
              </a:ext>
            </a:extLst>
          </p:cNvPr>
          <p:cNvSpPr/>
          <p:nvPr/>
        </p:nvSpPr>
        <p:spPr>
          <a:xfrm>
            <a:off x="4402634" y="5397500"/>
            <a:ext cx="348823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5F4EF"/>
                </a:solidFill>
                <a:ea typeface="Source Sans 3" pitchFamily="34" charset="-122"/>
                <a:cs typeface="Source Sans 3" pitchFamily="34" charset="-120"/>
              </a:rPr>
              <a:t>Apply domain knowledge</a:t>
            </a:r>
            <a:endParaRPr lang="en-US" sz="1500" dirty="0"/>
          </a:p>
        </p:txBody>
      </p:sp>
      <p:sp>
        <p:nvSpPr>
          <p:cNvPr id="26" name="Text 11">
            <a:extLst>
              <a:ext uri="{FF2B5EF4-FFF2-40B4-BE49-F238E27FC236}">
                <a16:creationId xmlns:a16="http://schemas.microsoft.com/office/drawing/2014/main" id="{18053865-FCD2-5E8E-074F-30F17F5FC17E}"/>
              </a:ext>
            </a:extLst>
          </p:cNvPr>
          <p:cNvSpPr/>
          <p:nvPr/>
        </p:nvSpPr>
        <p:spPr>
          <a:xfrm>
            <a:off x="4402634" y="5626100"/>
            <a:ext cx="3488233"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4"/>
                </a:solidFill>
                <a:ea typeface="Source Sans 3" pitchFamily="34" charset="-122"/>
                <a:cs typeface="Source Sans 3" pitchFamily="34" charset="-120"/>
              </a:rPr>
              <a:t>Model the industry's real entities, rules and timelines in the design</a:t>
            </a:r>
            <a:endParaRPr lang="en-US" sz="1200" dirty="0"/>
          </a:p>
        </p:txBody>
      </p:sp>
      <p:sp>
        <p:nvSpPr>
          <p:cNvPr id="28" name="Shape 12">
            <a:extLst>
              <a:ext uri="{FF2B5EF4-FFF2-40B4-BE49-F238E27FC236}">
                <a16:creationId xmlns:a16="http://schemas.microsoft.com/office/drawing/2014/main" id="{E085B834-53DF-7F83-255B-CD49CA5477B1}"/>
              </a:ext>
            </a:extLst>
          </p:cNvPr>
          <p:cNvSpPr/>
          <p:nvPr/>
        </p:nvSpPr>
        <p:spPr>
          <a:xfrm>
            <a:off x="7992467" y="5257800"/>
            <a:ext cx="3386634" cy="0"/>
          </a:xfrm>
          <a:prstGeom prst="line">
            <a:avLst/>
          </a:prstGeom>
          <a:noFill/>
          <a:ln w="25400">
            <a:solidFill>
              <a:schemeClr val="accent2"/>
            </a:solidFill>
            <a:prstDash val="solid"/>
          </a:ln>
        </p:spPr>
        <p:txBody>
          <a:bodyPr/>
          <a:lstStyle/>
          <a:p>
            <a:endParaRPr lang="en-IN"/>
          </a:p>
        </p:txBody>
      </p:sp>
      <p:sp>
        <p:nvSpPr>
          <p:cNvPr id="30" name="Text 13">
            <a:extLst>
              <a:ext uri="{FF2B5EF4-FFF2-40B4-BE49-F238E27FC236}">
                <a16:creationId xmlns:a16="http://schemas.microsoft.com/office/drawing/2014/main" id="{25EC7CAA-F3ED-E590-741D-114722068ADD}"/>
              </a:ext>
            </a:extLst>
          </p:cNvPr>
          <p:cNvSpPr/>
          <p:nvPr/>
        </p:nvSpPr>
        <p:spPr>
          <a:xfrm>
            <a:off x="7992467" y="5397500"/>
            <a:ext cx="348823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5F4EF"/>
                </a:solidFill>
                <a:ea typeface="Source Sans 3" pitchFamily="34" charset="-122"/>
                <a:cs typeface="Source Sans 3" pitchFamily="34" charset="-120"/>
              </a:rPr>
              <a:t>Protect restricted data</a:t>
            </a:r>
            <a:endParaRPr lang="en-US" sz="1500" dirty="0"/>
          </a:p>
        </p:txBody>
      </p:sp>
      <p:sp>
        <p:nvSpPr>
          <p:cNvPr id="32" name="Text 14">
            <a:extLst>
              <a:ext uri="{FF2B5EF4-FFF2-40B4-BE49-F238E27FC236}">
                <a16:creationId xmlns:a16="http://schemas.microsoft.com/office/drawing/2014/main" id="{8BC8F927-B9AE-8669-196B-EDADDF2B44A4}"/>
              </a:ext>
            </a:extLst>
          </p:cNvPr>
          <p:cNvSpPr/>
          <p:nvPr/>
        </p:nvSpPr>
        <p:spPr>
          <a:xfrm>
            <a:off x="7992467" y="5626100"/>
            <a:ext cx="3488233"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4"/>
                </a:solidFill>
                <a:ea typeface="Source Sans 3" pitchFamily="34" charset="-122"/>
                <a:cs typeface="Source Sans 3" pitchFamily="34" charset="-120"/>
              </a:rPr>
              <a:t>Show role-based access and keep humans in control of key decisions</a:t>
            </a:r>
            <a:endParaRPr lang="en-US" sz="1200" dirty="0"/>
          </a:p>
        </p:txBody>
      </p:sp>
      <p:grpSp>
        <p:nvGrpSpPr>
          <p:cNvPr id="33" name="Group 2" descr="Capgemini logo">
            <a:extLst>
              <a:ext uri="{FF2B5EF4-FFF2-40B4-BE49-F238E27FC236}">
                <a16:creationId xmlns:a16="http://schemas.microsoft.com/office/drawing/2014/main" id="{7F165EBC-3B1E-BB9C-67B3-4FA205944ED1}"/>
              </a:ext>
              <a:ext uri="{C183D7F6-B498-43B3-948B-1728B52AA6E4}">
                <adec:decorative xmlns:adec="http://schemas.microsoft.com/office/drawing/2017/decorative" val="0"/>
              </a:ext>
            </a:extLst>
          </p:cNvPr>
          <p:cNvGrpSpPr>
            <a:grpSpLocks noChangeAspect="1"/>
          </p:cNvGrpSpPr>
          <p:nvPr/>
        </p:nvGrpSpPr>
        <p:grpSpPr>
          <a:xfrm>
            <a:off x="9476014" y="347480"/>
            <a:ext cx="2459178" cy="552881"/>
            <a:chOff x="5094083" y="5360390"/>
            <a:chExt cx="3039349" cy="683316"/>
          </a:xfrm>
        </p:grpSpPr>
        <p:sp>
          <p:nvSpPr>
            <p:cNvPr id="34" name="Freeform: Shape 4">
              <a:extLst>
                <a:ext uri="{FF2B5EF4-FFF2-40B4-BE49-F238E27FC236}">
                  <a16:creationId xmlns:a16="http://schemas.microsoft.com/office/drawing/2014/main" id="{364F0E34-AAAA-1B93-614F-73C6FCB23F1B}"/>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6F6F6"/>
                </a:solidFill>
                <a:effectLst/>
                <a:uLnTx/>
                <a:uFillTx/>
                <a:latin typeface="Ubuntu"/>
                <a:ea typeface="+mn-ea"/>
                <a:cs typeface="+mn-cs"/>
              </a:endParaRPr>
            </a:p>
          </p:txBody>
        </p:sp>
        <p:sp>
          <p:nvSpPr>
            <p:cNvPr id="35" name="Freeform: Shape 5">
              <a:extLst>
                <a:ext uri="{FF2B5EF4-FFF2-40B4-BE49-F238E27FC236}">
                  <a16:creationId xmlns:a16="http://schemas.microsoft.com/office/drawing/2014/main" id="{80FFC4AB-A15D-4540-FC5A-D9E0122A284F}"/>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6F6F6"/>
                </a:solidFill>
                <a:effectLst/>
                <a:uLnTx/>
                <a:uFillTx/>
                <a:latin typeface="Ubuntu"/>
                <a:ea typeface="+mn-ea"/>
                <a:cs typeface="+mn-cs"/>
              </a:endParaRPr>
            </a:p>
          </p:txBody>
        </p:sp>
        <p:sp>
          <p:nvSpPr>
            <p:cNvPr id="36" name="Freeform: Shape 6">
              <a:extLst>
                <a:ext uri="{FF2B5EF4-FFF2-40B4-BE49-F238E27FC236}">
                  <a16:creationId xmlns:a16="http://schemas.microsoft.com/office/drawing/2014/main" id="{E83D9608-9CBA-1556-C2E7-84F3D17F7D6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6F6F6"/>
                </a:solidFill>
                <a:effectLst/>
                <a:uLnTx/>
                <a:uFillTx/>
                <a:latin typeface="Ubuntu"/>
                <a:ea typeface="+mn-ea"/>
                <a:cs typeface="+mn-cs"/>
              </a:endParaRPr>
            </a:p>
          </p:txBody>
        </p:sp>
        <p:sp>
          <p:nvSpPr>
            <p:cNvPr id="37" name="Freeform: Shape 7">
              <a:extLst>
                <a:ext uri="{FF2B5EF4-FFF2-40B4-BE49-F238E27FC236}">
                  <a16:creationId xmlns:a16="http://schemas.microsoft.com/office/drawing/2014/main" id="{87353355-E7AE-4F09-FCB9-3B570D671A0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6F6F6"/>
                </a:solidFill>
                <a:effectLst/>
                <a:uLnTx/>
                <a:uFillTx/>
                <a:latin typeface="Ubuntu"/>
                <a:ea typeface="+mn-ea"/>
                <a:cs typeface="+mn-cs"/>
              </a:endParaRPr>
            </a:p>
          </p:txBody>
        </p:sp>
        <p:sp>
          <p:nvSpPr>
            <p:cNvPr id="38" name="Freeform: Shape 8">
              <a:extLst>
                <a:ext uri="{FF2B5EF4-FFF2-40B4-BE49-F238E27FC236}">
                  <a16:creationId xmlns:a16="http://schemas.microsoft.com/office/drawing/2014/main" id="{7E1D502D-049A-CBDE-554D-E9D107F010B9}"/>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6F6F6"/>
                </a:solidFill>
                <a:effectLst/>
                <a:uLnTx/>
                <a:uFillTx/>
                <a:latin typeface="Ubuntu"/>
                <a:ea typeface="+mn-ea"/>
                <a:cs typeface="+mn-cs"/>
              </a:endParaRPr>
            </a:p>
          </p:txBody>
        </p:sp>
      </p:grpSp>
    </p:spTree>
    <p:extLst>
      <p:ext uri="{BB962C8B-B14F-4D97-AF65-F5344CB8AC3E}">
        <p14:creationId xmlns:p14="http://schemas.microsoft.com/office/powerpoint/2010/main" val="1948760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0">
            <a:extLst>
              <a:ext uri="{FF2B5EF4-FFF2-40B4-BE49-F238E27FC236}">
                <a16:creationId xmlns:a16="http://schemas.microsoft.com/office/drawing/2014/main" id="{5495A275-7EB8-FFCB-E718-2B79E85F8F22}"/>
              </a:ext>
            </a:extLst>
          </p:cNvPr>
          <p:cNvGraphicFramePr>
            <a:graphicFrameLocks noGrp="1"/>
          </p:cNvGraphicFramePr>
          <p:nvPr>
            <p:extLst>
              <p:ext uri="{D42A27DB-BD31-4B8C-83A1-F6EECF244321}">
                <p14:modId xmlns:p14="http://schemas.microsoft.com/office/powerpoint/2010/main" val="3900236649"/>
              </p:ext>
            </p:extLst>
          </p:nvPr>
        </p:nvGraphicFramePr>
        <p:xfrm>
          <a:off x="390072" y="1051769"/>
          <a:ext cx="11306629" cy="5316374"/>
        </p:xfrm>
        <a:graphic>
          <a:graphicData uri="http://schemas.openxmlformats.org/drawingml/2006/table">
            <a:tbl>
              <a:tblPr>
                <a:tableStyleId>{284E427A-3D55-4303-BF80-6455036E1DE7}</a:tableStyleId>
              </a:tblPr>
              <a:tblGrid>
                <a:gridCol w="1705430">
                  <a:extLst>
                    <a:ext uri="{9D8B030D-6E8A-4147-A177-3AD203B41FA5}">
                      <a16:colId xmlns:a16="http://schemas.microsoft.com/office/drawing/2014/main" val="20000"/>
                    </a:ext>
                  </a:extLst>
                </a:gridCol>
                <a:gridCol w="3249385">
                  <a:extLst>
                    <a:ext uri="{9D8B030D-6E8A-4147-A177-3AD203B41FA5}">
                      <a16:colId xmlns:a16="http://schemas.microsoft.com/office/drawing/2014/main" val="20001"/>
                    </a:ext>
                  </a:extLst>
                </a:gridCol>
                <a:gridCol w="6351814">
                  <a:extLst>
                    <a:ext uri="{9D8B030D-6E8A-4147-A177-3AD203B41FA5}">
                      <a16:colId xmlns:a16="http://schemas.microsoft.com/office/drawing/2014/main" val="20002"/>
                    </a:ext>
                  </a:extLst>
                </a:gridCol>
              </a:tblGrid>
              <a:tr h="481246">
                <a:tc>
                  <a:txBody>
                    <a:bodyPr/>
                    <a:lstStyle/>
                    <a:p>
                      <a:pPr marL="0" indent="0" algn="ctr">
                        <a:lnSpc>
                          <a:spcPts val="2079"/>
                        </a:lnSpc>
                        <a:buNone/>
                      </a:pPr>
                      <a:r>
                        <a:rPr lang="en-US" sz="1485" b="1" dirty="0">
                          <a:solidFill>
                            <a:srgbClr val="FBFAF7"/>
                          </a:solidFill>
                        </a:rPr>
                        <a:t>#</a:t>
                      </a:r>
                      <a:endParaRPr lang="en-US" sz="1485" dirty="0">
                        <a:latin typeface="Source Sans 3" charset="0"/>
                        <a:ea typeface="Source Sans 3" charset="0"/>
                        <a:cs typeface="Source Sans 3" charset="0"/>
                      </a:endParaRPr>
                    </a:p>
                  </a:txBody>
                  <a:tcPr marL="101600" marR="101600" marT="63500" marB="63500">
                    <a:solidFill>
                      <a:srgbClr val="00B0F0"/>
                    </a:solidFill>
                  </a:tcPr>
                </a:tc>
                <a:tc>
                  <a:txBody>
                    <a:bodyPr/>
                    <a:lstStyle/>
                    <a:p>
                      <a:pPr marL="0" indent="0" algn="ctr">
                        <a:lnSpc>
                          <a:spcPts val="2079"/>
                        </a:lnSpc>
                        <a:buNone/>
                      </a:pPr>
                      <a:r>
                        <a:rPr lang="en-US" sz="1485" b="1" dirty="0">
                          <a:solidFill>
                            <a:srgbClr val="FBFAF7"/>
                          </a:solidFill>
                        </a:rPr>
                        <a:t>Domain</a:t>
                      </a:r>
                      <a:endParaRPr lang="en-US" sz="1485" dirty="0">
                        <a:latin typeface="Source Sans 3" charset="0"/>
                        <a:ea typeface="Source Sans 3" charset="0"/>
                        <a:cs typeface="Source Sans 3" charset="0"/>
                      </a:endParaRPr>
                    </a:p>
                  </a:txBody>
                  <a:tcPr marL="101600" marR="101600" marT="63500" marB="63500">
                    <a:solidFill>
                      <a:srgbClr val="00B0F0"/>
                    </a:solidFill>
                  </a:tcPr>
                </a:tc>
                <a:tc>
                  <a:txBody>
                    <a:bodyPr/>
                    <a:lstStyle/>
                    <a:p>
                      <a:pPr marL="0" indent="0" algn="ctr">
                        <a:lnSpc>
                          <a:spcPts val="2079"/>
                        </a:lnSpc>
                        <a:buNone/>
                      </a:pPr>
                      <a:r>
                        <a:rPr lang="en-US" sz="1485" b="1" dirty="0">
                          <a:solidFill>
                            <a:srgbClr val="FBFAF7"/>
                          </a:solidFill>
                        </a:rPr>
                        <a:t>Problem statement</a:t>
                      </a:r>
                      <a:endParaRPr lang="en-US" sz="1485" dirty="0">
                        <a:latin typeface="Source Sans 3" charset="0"/>
                        <a:ea typeface="Source Sans 3" charset="0"/>
                        <a:cs typeface="Source Sans 3" charset="0"/>
                      </a:endParaRPr>
                    </a:p>
                  </a:txBody>
                  <a:tcPr marL="101600" marR="101600" marT="63500" marB="63500">
                    <a:solidFill>
                      <a:srgbClr val="00B0F0"/>
                    </a:solidFill>
                  </a:tcPr>
                </a:tc>
                <a:extLst>
                  <a:ext uri="{0D108BD9-81ED-4DB2-BD59-A6C34878D82A}">
                    <a16:rowId xmlns:a16="http://schemas.microsoft.com/office/drawing/2014/main" val="10000"/>
                  </a:ext>
                </a:extLst>
              </a:tr>
              <a:tr h="481246">
                <a:tc>
                  <a:txBody>
                    <a:bodyPr/>
                    <a:lstStyle/>
                    <a:p>
                      <a:pPr marL="0" indent="0" algn="ctr">
                        <a:lnSpc>
                          <a:spcPts val="2079"/>
                        </a:lnSpc>
                        <a:buNone/>
                      </a:pPr>
                      <a:r>
                        <a:rPr lang="en-US" sz="1485" dirty="0">
                          <a:solidFill>
                            <a:srgbClr val="4A5561"/>
                          </a:solidFill>
                        </a:rPr>
                        <a:t>01</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tc>
                  <a:txBody>
                    <a:bodyPr/>
                    <a:lstStyle/>
                    <a:p>
                      <a:pPr marL="0" indent="0" algn="ctr">
                        <a:lnSpc>
                          <a:spcPts val="2079"/>
                        </a:lnSpc>
                        <a:buNone/>
                      </a:pPr>
                      <a:r>
                        <a:rPr lang="en-US" sz="1485" dirty="0">
                          <a:solidFill>
                            <a:srgbClr val="1E2A38"/>
                          </a:solidFill>
                        </a:rPr>
                        <a:t>Banking</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tc>
                  <a:txBody>
                    <a:bodyPr/>
                    <a:lstStyle/>
                    <a:p>
                      <a:pPr marL="0" indent="0" algn="ctr">
                        <a:lnSpc>
                          <a:spcPts val="2079"/>
                        </a:lnSpc>
                        <a:buNone/>
                      </a:pPr>
                      <a:r>
                        <a:rPr lang="en-US" sz="1485" dirty="0">
                          <a:solidFill>
                            <a:srgbClr val="1E2A38"/>
                          </a:solidFill>
                        </a:rPr>
                        <a:t>Card Dispute &amp; Chargeback Management</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extLst>
                  <a:ext uri="{0D108BD9-81ED-4DB2-BD59-A6C34878D82A}">
                    <a16:rowId xmlns:a16="http://schemas.microsoft.com/office/drawing/2014/main" val="10001"/>
                  </a:ext>
                </a:extLst>
              </a:tr>
              <a:tr h="481246">
                <a:tc>
                  <a:txBody>
                    <a:bodyPr/>
                    <a:lstStyle/>
                    <a:p>
                      <a:pPr marL="0" indent="0" algn="ctr">
                        <a:lnSpc>
                          <a:spcPts val="2079"/>
                        </a:lnSpc>
                        <a:buNone/>
                      </a:pPr>
                      <a:r>
                        <a:rPr lang="en-US" sz="1485" dirty="0">
                          <a:solidFill>
                            <a:srgbClr val="4A5561"/>
                          </a:solidFill>
                        </a:rPr>
                        <a:t>02</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tc>
                  <a:txBody>
                    <a:bodyPr/>
                    <a:lstStyle/>
                    <a:p>
                      <a:pPr marL="0" indent="0" algn="ctr">
                        <a:lnSpc>
                          <a:spcPts val="2079"/>
                        </a:lnSpc>
                        <a:buNone/>
                      </a:pPr>
                      <a:r>
                        <a:rPr lang="en-US" sz="1485" dirty="0">
                          <a:solidFill>
                            <a:srgbClr val="1E2A38"/>
                          </a:solidFill>
                        </a:rPr>
                        <a:t>Insurance</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tc>
                  <a:txBody>
                    <a:bodyPr/>
                    <a:lstStyle/>
                    <a:p>
                      <a:pPr marL="0" indent="0" algn="ctr">
                        <a:lnSpc>
                          <a:spcPts val="2079"/>
                        </a:lnSpc>
                        <a:buNone/>
                      </a:pPr>
                      <a:r>
                        <a:rPr lang="en-US" sz="1485" dirty="0">
                          <a:solidFill>
                            <a:srgbClr val="1E2A38"/>
                          </a:solidFill>
                        </a:rPr>
                        <a:t>Motor Claims from FNOL to Settlement</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extLst>
                  <a:ext uri="{0D108BD9-81ED-4DB2-BD59-A6C34878D82A}">
                    <a16:rowId xmlns:a16="http://schemas.microsoft.com/office/drawing/2014/main" val="10002"/>
                  </a:ext>
                </a:extLst>
              </a:tr>
              <a:tr h="481246">
                <a:tc>
                  <a:txBody>
                    <a:bodyPr/>
                    <a:lstStyle/>
                    <a:p>
                      <a:pPr marL="0" indent="0" algn="ctr">
                        <a:lnSpc>
                          <a:spcPts val="2079"/>
                        </a:lnSpc>
                        <a:buNone/>
                      </a:pPr>
                      <a:r>
                        <a:rPr lang="en-US" sz="1485" dirty="0">
                          <a:solidFill>
                            <a:srgbClr val="4A5561"/>
                          </a:solidFill>
                        </a:rPr>
                        <a:t>03</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tc>
                  <a:txBody>
                    <a:bodyPr/>
                    <a:lstStyle/>
                    <a:p>
                      <a:pPr marL="0" indent="0" algn="ctr">
                        <a:lnSpc>
                          <a:spcPts val="2079"/>
                        </a:lnSpc>
                        <a:buNone/>
                      </a:pPr>
                      <a:r>
                        <a:rPr lang="en-US" sz="1485" dirty="0">
                          <a:solidFill>
                            <a:srgbClr val="1E2A38"/>
                          </a:solidFill>
                        </a:rPr>
                        <a:t>Manufacturing</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tc>
                  <a:txBody>
                    <a:bodyPr/>
                    <a:lstStyle/>
                    <a:p>
                      <a:pPr marL="0" indent="0" algn="ctr">
                        <a:lnSpc>
                          <a:spcPts val="2079"/>
                        </a:lnSpc>
                        <a:buNone/>
                      </a:pPr>
                      <a:r>
                        <a:rPr lang="en-US" sz="1485" dirty="0">
                          <a:solidFill>
                            <a:srgbClr val="1E2A38"/>
                          </a:solidFill>
                        </a:rPr>
                        <a:t>Shop-floor Maintenance &amp; Incidents</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extLst>
                  <a:ext uri="{0D108BD9-81ED-4DB2-BD59-A6C34878D82A}">
                    <a16:rowId xmlns:a16="http://schemas.microsoft.com/office/drawing/2014/main" val="10003"/>
                  </a:ext>
                </a:extLst>
              </a:tr>
              <a:tr h="481246">
                <a:tc>
                  <a:txBody>
                    <a:bodyPr/>
                    <a:lstStyle/>
                    <a:p>
                      <a:pPr marL="0" indent="0" algn="ctr">
                        <a:lnSpc>
                          <a:spcPts val="2079"/>
                        </a:lnSpc>
                        <a:buNone/>
                      </a:pPr>
                      <a:r>
                        <a:rPr lang="en-US" sz="1485" dirty="0">
                          <a:solidFill>
                            <a:srgbClr val="4A5561"/>
                          </a:solidFill>
                        </a:rPr>
                        <a:t>04</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tc>
                  <a:txBody>
                    <a:bodyPr/>
                    <a:lstStyle/>
                    <a:p>
                      <a:pPr marL="0" indent="0" algn="ctr">
                        <a:lnSpc>
                          <a:spcPts val="2079"/>
                        </a:lnSpc>
                        <a:buNone/>
                      </a:pPr>
                      <a:r>
                        <a:rPr lang="en-US" sz="1485" dirty="0">
                          <a:solidFill>
                            <a:srgbClr val="1E2A38"/>
                          </a:solidFill>
                        </a:rPr>
                        <a:t>Retail</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tc>
                  <a:txBody>
                    <a:bodyPr/>
                    <a:lstStyle/>
                    <a:p>
                      <a:pPr marL="0" indent="0" algn="ctr">
                        <a:lnSpc>
                          <a:spcPts val="2079"/>
                        </a:lnSpc>
                        <a:buNone/>
                      </a:pPr>
                      <a:r>
                        <a:rPr lang="en-US" sz="1485" dirty="0">
                          <a:solidFill>
                            <a:srgbClr val="1E2A38"/>
                          </a:solidFill>
                        </a:rPr>
                        <a:t>Store Operations Command Centre</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extLst>
                  <a:ext uri="{0D108BD9-81ED-4DB2-BD59-A6C34878D82A}">
                    <a16:rowId xmlns:a16="http://schemas.microsoft.com/office/drawing/2014/main" val="10004"/>
                  </a:ext>
                </a:extLst>
              </a:tr>
              <a:tr h="481246">
                <a:tc>
                  <a:txBody>
                    <a:bodyPr/>
                    <a:lstStyle/>
                    <a:p>
                      <a:pPr marL="0" indent="0" algn="ctr">
                        <a:lnSpc>
                          <a:spcPts val="2079"/>
                        </a:lnSpc>
                        <a:buNone/>
                      </a:pPr>
                      <a:r>
                        <a:rPr lang="en-US" sz="1485" dirty="0">
                          <a:solidFill>
                            <a:srgbClr val="4A5561"/>
                          </a:solidFill>
                        </a:rPr>
                        <a:t>05</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tc>
                  <a:txBody>
                    <a:bodyPr/>
                    <a:lstStyle/>
                    <a:p>
                      <a:pPr marL="0" indent="0" algn="ctr">
                        <a:lnSpc>
                          <a:spcPts val="2079"/>
                        </a:lnSpc>
                        <a:buNone/>
                      </a:pPr>
                      <a:r>
                        <a:rPr lang="en-US" sz="1485" dirty="0">
                          <a:solidFill>
                            <a:srgbClr val="1E2A38"/>
                          </a:solidFill>
                        </a:rPr>
                        <a:t>Telecom</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tc>
                  <a:txBody>
                    <a:bodyPr/>
                    <a:lstStyle/>
                    <a:p>
                      <a:pPr marL="0" indent="0" algn="ctr">
                        <a:lnSpc>
                          <a:spcPts val="2079"/>
                        </a:lnSpc>
                        <a:buNone/>
                      </a:pPr>
                      <a:r>
                        <a:rPr lang="en-US" sz="1485" dirty="0">
                          <a:solidFill>
                            <a:srgbClr val="1E2A38"/>
                          </a:solidFill>
                        </a:rPr>
                        <a:t>Network Outage &amp; Customer Impact</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extLst>
                  <a:ext uri="{0D108BD9-81ED-4DB2-BD59-A6C34878D82A}">
                    <a16:rowId xmlns:a16="http://schemas.microsoft.com/office/drawing/2014/main" val="10005"/>
                  </a:ext>
                </a:extLst>
              </a:tr>
              <a:tr h="481246">
                <a:tc>
                  <a:txBody>
                    <a:bodyPr/>
                    <a:lstStyle/>
                    <a:p>
                      <a:pPr marL="0" indent="0" algn="ctr">
                        <a:lnSpc>
                          <a:spcPts val="2079"/>
                        </a:lnSpc>
                        <a:buNone/>
                      </a:pPr>
                      <a:r>
                        <a:rPr lang="en-US" sz="1485" dirty="0">
                          <a:solidFill>
                            <a:srgbClr val="4A5561"/>
                          </a:solidFill>
                        </a:rPr>
                        <a:t>06</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tc>
                  <a:txBody>
                    <a:bodyPr/>
                    <a:lstStyle/>
                    <a:p>
                      <a:pPr marL="0" indent="0" algn="ctr">
                        <a:lnSpc>
                          <a:spcPts val="2079"/>
                        </a:lnSpc>
                        <a:buNone/>
                      </a:pPr>
                      <a:r>
                        <a:rPr lang="en-US" sz="1485" dirty="0">
                          <a:solidFill>
                            <a:srgbClr val="1E2A38"/>
                          </a:solidFill>
                        </a:rPr>
                        <a:t>Higher Education</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tc>
                  <a:txBody>
                    <a:bodyPr/>
                    <a:lstStyle/>
                    <a:p>
                      <a:pPr marL="0" indent="0" algn="ctr">
                        <a:lnSpc>
                          <a:spcPts val="2079"/>
                        </a:lnSpc>
                        <a:buNone/>
                      </a:pPr>
                      <a:r>
                        <a:rPr lang="en-US" sz="1485" dirty="0">
                          <a:solidFill>
                            <a:srgbClr val="1E2A38"/>
                          </a:solidFill>
                        </a:rPr>
                        <a:t>Unified Student Services Hub</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extLst>
                  <a:ext uri="{0D108BD9-81ED-4DB2-BD59-A6C34878D82A}">
                    <a16:rowId xmlns:a16="http://schemas.microsoft.com/office/drawing/2014/main" val="10006"/>
                  </a:ext>
                </a:extLst>
              </a:tr>
              <a:tr h="481246">
                <a:tc>
                  <a:txBody>
                    <a:bodyPr/>
                    <a:lstStyle/>
                    <a:p>
                      <a:pPr marL="0" indent="0" algn="ctr">
                        <a:lnSpc>
                          <a:spcPts val="2079"/>
                        </a:lnSpc>
                        <a:buNone/>
                      </a:pPr>
                      <a:r>
                        <a:rPr lang="en-US" sz="1485" dirty="0">
                          <a:solidFill>
                            <a:srgbClr val="4A5561"/>
                          </a:solidFill>
                        </a:rPr>
                        <a:t>07</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tc>
                  <a:txBody>
                    <a:bodyPr/>
                    <a:lstStyle/>
                    <a:p>
                      <a:pPr marL="0" indent="0" algn="ctr">
                        <a:lnSpc>
                          <a:spcPts val="2079"/>
                        </a:lnSpc>
                        <a:buNone/>
                      </a:pPr>
                      <a:r>
                        <a:rPr lang="en-US" sz="1485" dirty="0">
                          <a:solidFill>
                            <a:srgbClr val="1E2A38"/>
                          </a:solidFill>
                        </a:rPr>
                        <a:t>Public Sector</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tc>
                  <a:txBody>
                    <a:bodyPr/>
                    <a:lstStyle/>
                    <a:p>
                      <a:pPr marL="0" indent="0" algn="ctr">
                        <a:lnSpc>
                          <a:spcPts val="2079"/>
                        </a:lnSpc>
                        <a:buNone/>
                      </a:pPr>
                      <a:r>
                        <a:rPr lang="en-US" sz="1485" dirty="0">
                          <a:solidFill>
                            <a:srgbClr val="1E2A38"/>
                          </a:solidFill>
                        </a:rPr>
                        <a:t>Citizen Grievance Redressal</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extLst>
                  <a:ext uri="{0D108BD9-81ED-4DB2-BD59-A6C34878D82A}">
                    <a16:rowId xmlns:a16="http://schemas.microsoft.com/office/drawing/2014/main" val="10007"/>
                  </a:ext>
                </a:extLst>
              </a:tr>
              <a:tr h="481246">
                <a:tc>
                  <a:txBody>
                    <a:bodyPr/>
                    <a:lstStyle/>
                    <a:p>
                      <a:pPr marL="0" indent="0" algn="ctr">
                        <a:lnSpc>
                          <a:spcPts val="2079"/>
                        </a:lnSpc>
                        <a:buNone/>
                      </a:pPr>
                      <a:r>
                        <a:rPr lang="en-US" sz="1485" dirty="0">
                          <a:solidFill>
                            <a:srgbClr val="4A5561"/>
                          </a:solidFill>
                        </a:rPr>
                        <a:t>08</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tc>
                  <a:txBody>
                    <a:bodyPr/>
                    <a:lstStyle/>
                    <a:p>
                      <a:pPr marL="0" indent="0" algn="ctr">
                        <a:lnSpc>
                          <a:spcPts val="2079"/>
                        </a:lnSpc>
                        <a:buNone/>
                      </a:pPr>
                      <a:r>
                        <a:rPr lang="en-US" sz="1485" dirty="0">
                          <a:solidFill>
                            <a:srgbClr val="1E2A38"/>
                          </a:solidFill>
                        </a:rPr>
                        <a:t>Life Sciences</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tc>
                  <a:txBody>
                    <a:bodyPr/>
                    <a:lstStyle/>
                    <a:p>
                      <a:pPr marL="0" indent="0" algn="ctr">
                        <a:lnSpc>
                          <a:spcPts val="2079"/>
                        </a:lnSpc>
                        <a:buNone/>
                      </a:pPr>
                      <a:r>
                        <a:rPr lang="en-US" sz="1485" dirty="0">
                          <a:solidFill>
                            <a:srgbClr val="1E2A38"/>
                          </a:solidFill>
                        </a:rPr>
                        <a:t>Quality Deviation &amp; CAPA Management</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extLst>
                  <a:ext uri="{0D108BD9-81ED-4DB2-BD59-A6C34878D82A}">
                    <a16:rowId xmlns:a16="http://schemas.microsoft.com/office/drawing/2014/main" val="10008"/>
                  </a:ext>
                </a:extLst>
              </a:tr>
              <a:tr h="503914">
                <a:tc>
                  <a:txBody>
                    <a:bodyPr/>
                    <a:lstStyle/>
                    <a:p>
                      <a:pPr marL="0" indent="0" algn="ctr">
                        <a:lnSpc>
                          <a:spcPts val="2079"/>
                        </a:lnSpc>
                        <a:buNone/>
                      </a:pPr>
                      <a:r>
                        <a:rPr lang="en-US" sz="1485" dirty="0">
                          <a:solidFill>
                            <a:srgbClr val="4A5561"/>
                          </a:solidFill>
                        </a:rPr>
                        <a:t>09</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tc>
                  <a:txBody>
                    <a:bodyPr/>
                    <a:lstStyle/>
                    <a:p>
                      <a:pPr marL="0" indent="0" algn="ctr">
                        <a:lnSpc>
                          <a:spcPts val="2079"/>
                        </a:lnSpc>
                        <a:buNone/>
                      </a:pPr>
                      <a:r>
                        <a:rPr lang="en-US" sz="1485" dirty="0">
                          <a:solidFill>
                            <a:srgbClr val="1E2A38"/>
                          </a:solidFill>
                        </a:rPr>
                        <a:t>Energy &amp; Utilities</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tc>
                  <a:txBody>
                    <a:bodyPr/>
                    <a:lstStyle/>
                    <a:p>
                      <a:pPr marL="0" indent="0" algn="ctr">
                        <a:lnSpc>
                          <a:spcPts val="2079"/>
                        </a:lnSpc>
                        <a:buNone/>
                      </a:pPr>
                      <a:r>
                        <a:rPr lang="en-US" sz="1485" dirty="0">
                          <a:solidFill>
                            <a:srgbClr val="1E2A38"/>
                          </a:solidFill>
                        </a:rPr>
                        <a:t>Field Service for Outages &amp; New Connections</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extLst>
                  <a:ext uri="{0D108BD9-81ED-4DB2-BD59-A6C34878D82A}">
                    <a16:rowId xmlns:a16="http://schemas.microsoft.com/office/drawing/2014/main" val="10009"/>
                  </a:ext>
                </a:extLst>
              </a:tr>
              <a:tr h="481246">
                <a:tc>
                  <a:txBody>
                    <a:bodyPr/>
                    <a:lstStyle/>
                    <a:p>
                      <a:pPr marL="0" indent="0" algn="ctr">
                        <a:lnSpc>
                          <a:spcPts val="2079"/>
                        </a:lnSpc>
                        <a:buNone/>
                      </a:pPr>
                      <a:r>
                        <a:rPr lang="en-US" sz="1485" dirty="0">
                          <a:solidFill>
                            <a:srgbClr val="4A5561"/>
                          </a:solidFill>
                        </a:rPr>
                        <a:t>10</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tc>
                  <a:txBody>
                    <a:bodyPr/>
                    <a:lstStyle/>
                    <a:p>
                      <a:pPr marL="0" indent="0" algn="ctr">
                        <a:lnSpc>
                          <a:spcPts val="2079"/>
                        </a:lnSpc>
                        <a:buNone/>
                      </a:pPr>
                      <a:r>
                        <a:rPr lang="en-US" sz="1485" dirty="0">
                          <a:solidFill>
                            <a:srgbClr val="1E2A38"/>
                          </a:solidFill>
                        </a:rPr>
                        <a:t>HR Services</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tc>
                  <a:txBody>
                    <a:bodyPr/>
                    <a:lstStyle/>
                    <a:p>
                      <a:pPr marL="0" indent="0" algn="ctr">
                        <a:lnSpc>
                          <a:spcPts val="2079"/>
                        </a:lnSpc>
                        <a:buNone/>
                      </a:pPr>
                      <a:r>
                        <a:rPr lang="en-US" sz="1485" dirty="0">
                          <a:solidFill>
                            <a:srgbClr val="1E2A38"/>
                          </a:solidFill>
                        </a:rPr>
                        <a:t>Onboarding &amp; Employee Lifecycle at Scale</a:t>
                      </a:r>
                      <a:endParaRPr lang="en-US" sz="1485" dirty="0">
                        <a:latin typeface="Source Sans 3" charset="0"/>
                        <a:ea typeface="Source Sans 3" charset="0"/>
                        <a:cs typeface="Source Sans 3" charset="0"/>
                      </a:endParaRPr>
                    </a:p>
                  </a:txBody>
                  <a:tcPr marL="101600" marR="101600" marT="63500" marB="63500">
                    <a:solidFill>
                      <a:schemeClr val="accent2">
                        <a:lumMod val="20000"/>
                        <a:lumOff val="80000"/>
                      </a:schemeClr>
                    </a:solidFill>
                  </a:tcPr>
                </a:tc>
                <a:extLst>
                  <a:ext uri="{0D108BD9-81ED-4DB2-BD59-A6C34878D82A}">
                    <a16:rowId xmlns:a16="http://schemas.microsoft.com/office/drawing/2014/main" val="10010"/>
                  </a:ext>
                </a:extLst>
              </a:tr>
            </a:tbl>
          </a:graphicData>
        </a:graphic>
      </p:graphicFrame>
      <p:sp>
        <p:nvSpPr>
          <p:cNvPr id="10" name="Title 5">
            <a:extLst>
              <a:ext uri="{FF2B5EF4-FFF2-40B4-BE49-F238E27FC236}">
                <a16:creationId xmlns:a16="http://schemas.microsoft.com/office/drawing/2014/main" id="{3CF3A018-8F56-E784-4745-DB44DC2A7FA2}"/>
              </a:ext>
            </a:extLst>
          </p:cNvPr>
          <p:cNvSpPr>
            <a:spLocks noGrp="1"/>
          </p:cNvSpPr>
          <p:nvPr>
            <p:ph type="title"/>
          </p:nvPr>
        </p:nvSpPr>
        <p:spPr>
          <a:xfrm>
            <a:off x="306457" y="233588"/>
            <a:ext cx="11090938" cy="544740"/>
          </a:xfrm>
        </p:spPr>
        <p:txBody>
          <a:bodyPr/>
          <a:lstStyle/>
          <a:p>
            <a:r>
              <a:rPr lang="en-US" dirty="0"/>
              <a:t>Ten problem statements across ten industries</a:t>
            </a:r>
          </a:p>
        </p:txBody>
      </p:sp>
    </p:spTree>
    <p:extLst>
      <p:ext uri="{BB962C8B-B14F-4D97-AF65-F5344CB8AC3E}">
        <p14:creationId xmlns:p14="http://schemas.microsoft.com/office/powerpoint/2010/main" val="1981500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660EB-AA96-A36A-AB26-C98A5EF19DED}"/>
            </a:ext>
          </a:extLst>
        </p:cNvPr>
        <p:cNvGrpSpPr/>
        <p:nvPr/>
      </p:nvGrpSpPr>
      <p:grpSpPr>
        <a:xfrm>
          <a:off x="0" y="0"/>
          <a:ext cx="0" cy="0"/>
          <a:chOff x="0" y="0"/>
          <a:chExt cx="0" cy="0"/>
        </a:xfrm>
      </p:grpSpPr>
      <p:sp>
        <p:nvSpPr>
          <p:cNvPr id="11" name="Text 0">
            <a:extLst>
              <a:ext uri="{FF2B5EF4-FFF2-40B4-BE49-F238E27FC236}">
                <a16:creationId xmlns:a16="http://schemas.microsoft.com/office/drawing/2014/main" id="{2C403D3C-4B7F-DCFB-E42C-1E7AFED441DA}"/>
              </a:ext>
            </a:extLst>
          </p:cNvPr>
          <p:cNvSpPr/>
          <p:nvPr/>
        </p:nvSpPr>
        <p:spPr>
          <a:xfrm>
            <a:off x="609600" y="457200"/>
            <a:ext cx="1009055" cy="234950"/>
          </a:xfrm>
          <a:prstGeom prst="rect">
            <a:avLst/>
          </a:prstGeom>
          <a:noFill/>
          <a:ln/>
        </p:spPr>
        <p:txBody>
          <a:bodyPr wrap="square" lIns="0" tIns="0" rIns="0" bIns="0" rtlCol="0" anchor="t">
            <a:normAutofit fontScale="92500"/>
          </a:bodyPr>
          <a:lstStyle/>
          <a:p>
            <a:pPr marL="0" indent="0" algn="l">
              <a:lnSpc>
                <a:spcPts val="1680"/>
              </a:lnSpc>
              <a:buNone/>
            </a:pPr>
            <a:r>
              <a:rPr lang="en-US" sz="1200" b="1" kern="0" spc="100" dirty="0">
                <a:solidFill>
                  <a:srgbClr val="4A5561"/>
                </a:solidFill>
                <a:ea typeface="Source Sans 3" pitchFamily="34" charset="-122"/>
                <a:cs typeface="Source Sans 3" pitchFamily="34" charset="-120"/>
              </a:rPr>
              <a:t>PROBLEM 01</a:t>
            </a:r>
            <a:endParaRPr lang="en-US" sz="1200" dirty="0"/>
          </a:p>
        </p:txBody>
      </p:sp>
      <p:sp>
        <p:nvSpPr>
          <p:cNvPr id="13" name="Shape 1">
            <a:extLst>
              <a:ext uri="{FF2B5EF4-FFF2-40B4-BE49-F238E27FC236}">
                <a16:creationId xmlns:a16="http://schemas.microsoft.com/office/drawing/2014/main" id="{FD29857D-641E-0615-E104-645CA4526CE6}"/>
              </a:ext>
            </a:extLst>
          </p:cNvPr>
          <p:cNvSpPr/>
          <p:nvPr/>
        </p:nvSpPr>
        <p:spPr>
          <a:xfrm>
            <a:off x="7688163" y="406400"/>
            <a:ext cx="1736923" cy="311150"/>
          </a:xfrm>
          <a:prstGeom prst="roundRect">
            <a:avLst>
              <a:gd name="adj" fmla="val 20408"/>
            </a:avLst>
          </a:prstGeom>
          <a:solidFill>
            <a:srgbClr val="0070C0"/>
          </a:solidFill>
          <a:ln/>
        </p:spPr>
        <p:txBody>
          <a:bodyPr/>
          <a:lstStyle/>
          <a:p>
            <a:endParaRPr lang="en-IN"/>
          </a:p>
        </p:txBody>
      </p:sp>
      <p:sp>
        <p:nvSpPr>
          <p:cNvPr id="16" name="Text 2">
            <a:extLst>
              <a:ext uri="{FF2B5EF4-FFF2-40B4-BE49-F238E27FC236}">
                <a16:creationId xmlns:a16="http://schemas.microsoft.com/office/drawing/2014/main" id="{B7F0C792-EDAF-38B2-984D-DC7B93CF6094}"/>
              </a:ext>
            </a:extLst>
          </p:cNvPr>
          <p:cNvSpPr/>
          <p:nvPr/>
        </p:nvSpPr>
        <p:spPr>
          <a:xfrm>
            <a:off x="7865963" y="457200"/>
            <a:ext cx="1432123" cy="234950"/>
          </a:xfrm>
          <a:prstGeom prst="rect">
            <a:avLst/>
          </a:prstGeom>
          <a:noFill/>
          <a:ln/>
        </p:spPr>
        <p:txBody>
          <a:bodyPr wrap="square" lIns="0" tIns="0" rIns="0" bIns="0" rtlCol="0" anchor="t">
            <a:normAutofit fontScale="92500"/>
          </a:bodyPr>
          <a:lstStyle/>
          <a:p>
            <a:pPr marL="0" indent="0" algn="l">
              <a:lnSpc>
                <a:spcPts val="1680"/>
              </a:lnSpc>
              <a:buNone/>
            </a:pPr>
            <a:r>
              <a:rPr lang="en-US" sz="1200" b="1" dirty="0">
                <a:solidFill>
                  <a:srgbClr val="FBFAF7"/>
                </a:solidFill>
                <a:ea typeface="Source Sans 3" pitchFamily="34" charset="-122"/>
                <a:cs typeface="Source Sans 3" pitchFamily="34" charset="-120"/>
              </a:rPr>
              <a:t>ServiceNow Platform</a:t>
            </a:r>
            <a:endParaRPr lang="en-US" sz="1200" dirty="0"/>
          </a:p>
        </p:txBody>
      </p:sp>
      <p:sp>
        <p:nvSpPr>
          <p:cNvPr id="18" name="Shape 3">
            <a:extLst>
              <a:ext uri="{FF2B5EF4-FFF2-40B4-BE49-F238E27FC236}">
                <a16:creationId xmlns:a16="http://schemas.microsoft.com/office/drawing/2014/main" id="{C86C988F-EF5D-AE78-F6BF-BD3D8AB524CC}"/>
              </a:ext>
            </a:extLst>
          </p:cNvPr>
          <p:cNvSpPr/>
          <p:nvPr/>
        </p:nvSpPr>
        <p:spPr>
          <a:xfrm>
            <a:off x="9526687" y="406400"/>
            <a:ext cx="1059755" cy="311150"/>
          </a:xfrm>
          <a:prstGeom prst="roundRect">
            <a:avLst>
              <a:gd name="adj" fmla="val 20408"/>
            </a:avLst>
          </a:prstGeom>
          <a:solidFill>
            <a:srgbClr val="00B0F0"/>
          </a:solidFill>
          <a:ln/>
        </p:spPr>
        <p:txBody>
          <a:bodyPr/>
          <a:lstStyle/>
          <a:p>
            <a:endParaRPr lang="en-IN"/>
          </a:p>
        </p:txBody>
      </p:sp>
      <p:sp>
        <p:nvSpPr>
          <p:cNvPr id="20" name="Text 4">
            <a:extLst>
              <a:ext uri="{FF2B5EF4-FFF2-40B4-BE49-F238E27FC236}">
                <a16:creationId xmlns:a16="http://schemas.microsoft.com/office/drawing/2014/main" id="{CA6336F6-4580-248E-BDA8-7B4E64081FB6}"/>
              </a:ext>
            </a:extLst>
          </p:cNvPr>
          <p:cNvSpPr/>
          <p:nvPr/>
        </p:nvSpPr>
        <p:spPr>
          <a:xfrm>
            <a:off x="9704487" y="457200"/>
            <a:ext cx="754955" cy="234950"/>
          </a:xfrm>
          <a:prstGeom prst="rect">
            <a:avLst/>
          </a:prstGeom>
          <a:noFill/>
          <a:ln/>
        </p:spPr>
        <p:txBody>
          <a:bodyPr wrap="square" lIns="0" tIns="0" rIns="0" bIns="0" rtlCol="0" anchor="t">
            <a:normAutofit fontScale="92500"/>
          </a:bodyPr>
          <a:lstStyle/>
          <a:p>
            <a:pPr marL="0" indent="0" algn="l">
              <a:lnSpc>
                <a:spcPts val="1680"/>
              </a:lnSpc>
              <a:buNone/>
            </a:pPr>
            <a:r>
              <a:rPr lang="en-US" sz="1200" b="1" dirty="0">
                <a:solidFill>
                  <a:srgbClr val="FBFAF7"/>
                </a:solidFill>
                <a:ea typeface="Source Sans 3" pitchFamily="34" charset="-122"/>
                <a:cs typeface="Source Sans 3" pitchFamily="34" charset="-120"/>
              </a:rPr>
              <a:t>Now Assist</a:t>
            </a:r>
            <a:endParaRPr lang="en-US" sz="1200" dirty="0"/>
          </a:p>
        </p:txBody>
      </p:sp>
      <p:sp>
        <p:nvSpPr>
          <p:cNvPr id="22" name="Shape 5">
            <a:extLst>
              <a:ext uri="{FF2B5EF4-FFF2-40B4-BE49-F238E27FC236}">
                <a16:creationId xmlns:a16="http://schemas.microsoft.com/office/drawing/2014/main" id="{A08B9667-202F-DA0B-F653-982D5F30466C}"/>
              </a:ext>
            </a:extLst>
          </p:cNvPr>
          <p:cNvSpPr/>
          <p:nvPr/>
        </p:nvSpPr>
        <p:spPr>
          <a:xfrm>
            <a:off x="10688042" y="406400"/>
            <a:ext cx="894358" cy="311150"/>
          </a:xfrm>
          <a:prstGeom prst="roundRect">
            <a:avLst>
              <a:gd name="adj" fmla="val 20408"/>
            </a:avLst>
          </a:prstGeom>
          <a:solidFill>
            <a:srgbClr val="00828E"/>
          </a:solidFill>
          <a:ln/>
        </p:spPr>
        <p:txBody>
          <a:bodyPr/>
          <a:lstStyle/>
          <a:p>
            <a:endParaRPr lang="en-IN"/>
          </a:p>
        </p:txBody>
      </p:sp>
      <p:sp>
        <p:nvSpPr>
          <p:cNvPr id="24" name="Text 6">
            <a:extLst>
              <a:ext uri="{FF2B5EF4-FFF2-40B4-BE49-F238E27FC236}">
                <a16:creationId xmlns:a16="http://schemas.microsoft.com/office/drawing/2014/main" id="{FAC88261-9248-8802-4CBB-4C1AF1D44AE7}"/>
              </a:ext>
            </a:extLst>
          </p:cNvPr>
          <p:cNvSpPr/>
          <p:nvPr/>
        </p:nvSpPr>
        <p:spPr>
          <a:xfrm>
            <a:off x="10865842" y="457200"/>
            <a:ext cx="589558" cy="234950"/>
          </a:xfrm>
          <a:prstGeom prst="rect">
            <a:avLst/>
          </a:prstGeom>
          <a:noFill/>
          <a:ln/>
        </p:spPr>
        <p:txBody>
          <a:bodyPr wrap="square" lIns="0" tIns="0" rIns="0" bIns="0" rtlCol="0" anchor="t">
            <a:normAutofit fontScale="92500"/>
          </a:bodyPr>
          <a:lstStyle/>
          <a:p>
            <a:pPr marL="0" indent="0" algn="l">
              <a:lnSpc>
                <a:spcPts val="1680"/>
              </a:lnSpc>
              <a:buNone/>
            </a:pPr>
            <a:r>
              <a:rPr lang="en-US" sz="1200" b="1" dirty="0">
                <a:solidFill>
                  <a:srgbClr val="FBFAF7"/>
                </a:solidFill>
                <a:ea typeface="Source Sans 3" pitchFamily="34" charset="-122"/>
                <a:cs typeface="Source Sans 3" pitchFamily="34" charset="-120"/>
              </a:rPr>
              <a:t>Banking</a:t>
            </a:r>
            <a:endParaRPr lang="en-US" sz="1200" dirty="0"/>
          </a:p>
        </p:txBody>
      </p:sp>
      <p:sp>
        <p:nvSpPr>
          <p:cNvPr id="29" name="Shape 7">
            <a:extLst>
              <a:ext uri="{FF2B5EF4-FFF2-40B4-BE49-F238E27FC236}">
                <a16:creationId xmlns:a16="http://schemas.microsoft.com/office/drawing/2014/main" id="{F97093DB-E125-093D-61E2-9E693AA0DC93}"/>
              </a:ext>
            </a:extLst>
          </p:cNvPr>
          <p:cNvSpPr/>
          <p:nvPr/>
        </p:nvSpPr>
        <p:spPr>
          <a:xfrm>
            <a:off x="609600" y="857250"/>
            <a:ext cx="10972800" cy="628650"/>
          </a:xfrm>
          <a:prstGeom prst="roundRect">
            <a:avLst>
              <a:gd name="adj" fmla="val 6061"/>
            </a:avLst>
          </a:prstGeom>
          <a:solidFill>
            <a:srgbClr val="00828E"/>
          </a:solidFill>
          <a:ln/>
        </p:spPr>
        <p:txBody>
          <a:bodyPr/>
          <a:lstStyle/>
          <a:p>
            <a:endParaRPr lang="en-IN"/>
          </a:p>
        </p:txBody>
      </p:sp>
      <p:sp>
        <p:nvSpPr>
          <p:cNvPr id="31" name="Text 8">
            <a:extLst>
              <a:ext uri="{FF2B5EF4-FFF2-40B4-BE49-F238E27FC236}">
                <a16:creationId xmlns:a16="http://schemas.microsoft.com/office/drawing/2014/main" id="{D3B47478-E70D-9182-EE9D-FAC65031BBAD}"/>
              </a:ext>
            </a:extLst>
          </p:cNvPr>
          <p:cNvSpPr/>
          <p:nvPr/>
        </p:nvSpPr>
        <p:spPr>
          <a:xfrm>
            <a:off x="706628" y="984250"/>
            <a:ext cx="10778744" cy="400050"/>
          </a:xfrm>
          <a:prstGeom prst="rect">
            <a:avLst/>
          </a:prstGeom>
          <a:noFill/>
          <a:ln/>
        </p:spPr>
        <p:txBody>
          <a:bodyPr wrap="square" lIns="0" tIns="0" rIns="0" bIns="0" rtlCol="0" anchor="t">
            <a:normAutofit/>
          </a:bodyPr>
          <a:lstStyle/>
          <a:p>
            <a:pPr marL="0" indent="0" algn="ctr">
              <a:lnSpc>
                <a:spcPts val="2990"/>
              </a:lnSpc>
              <a:buNone/>
            </a:pPr>
            <a:r>
              <a:rPr lang="en-US" sz="2600" b="1" dirty="0">
                <a:solidFill>
                  <a:srgbClr val="FBFAF7"/>
                </a:solidFill>
                <a:ea typeface="Source Sans 3" pitchFamily="34" charset="-122"/>
                <a:cs typeface="Source Sans 3" pitchFamily="34" charset="-120"/>
              </a:rPr>
              <a:t>Banking – Card Dispute &amp; Chargeback Management</a:t>
            </a:r>
            <a:endParaRPr lang="en-US" sz="2600" dirty="0"/>
          </a:p>
        </p:txBody>
      </p:sp>
      <p:sp>
        <p:nvSpPr>
          <p:cNvPr id="33" name="Text 9">
            <a:extLst>
              <a:ext uri="{FF2B5EF4-FFF2-40B4-BE49-F238E27FC236}">
                <a16:creationId xmlns:a16="http://schemas.microsoft.com/office/drawing/2014/main" id="{CD2EE270-E4FB-3441-0452-E5E17EF2F93D}"/>
              </a:ext>
            </a:extLst>
          </p:cNvPr>
          <p:cNvSpPr/>
          <p:nvPr/>
        </p:nvSpPr>
        <p:spPr>
          <a:xfrm>
            <a:off x="609600" y="16256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A38"/>
                </a:solidFill>
                <a:ea typeface="Source Sans 3" pitchFamily="34" charset="-122"/>
                <a:cs typeface="Source Sans 3" pitchFamily="34" charset="-120"/>
              </a:rPr>
              <a:t>Background</a:t>
            </a:r>
            <a:endParaRPr lang="en-US" sz="1500" dirty="0"/>
          </a:p>
        </p:txBody>
      </p:sp>
      <p:sp>
        <p:nvSpPr>
          <p:cNvPr id="35" name="Text 10">
            <a:extLst>
              <a:ext uri="{FF2B5EF4-FFF2-40B4-BE49-F238E27FC236}">
                <a16:creationId xmlns:a16="http://schemas.microsoft.com/office/drawing/2014/main" id="{4CDBEBC8-51EA-BA8C-6A81-C2B618C40DC7}"/>
              </a:ext>
            </a:extLst>
          </p:cNvPr>
          <p:cNvSpPr/>
          <p:nvPr/>
        </p:nvSpPr>
        <p:spPr>
          <a:xfrm>
            <a:off x="609600" y="1892300"/>
            <a:ext cx="5494020"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1"/>
                </a:solidFill>
                <a:ea typeface="Source Sans 3" pitchFamily="34" charset="-122"/>
                <a:cs typeface="Source Sans 3" pitchFamily="34" charset="-120"/>
              </a:rPr>
              <a:t>Banks receive thousands of card disputes a month via branches, call centres, email and apps. Evidence is scattered, timelines are regulated and agents spend hours reading history before acting.</a:t>
            </a:r>
            <a:endParaRPr lang="en-US" sz="1300" dirty="0"/>
          </a:p>
        </p:txBody>
      </p:sp>
      <p:sp>
        <p:nvSpPr>
          <p:cNvPr id="37" name="Text 11">
            <a:extLst>
              <a:ext uri="{FF2B5EF4-FFF2-40B4-BE49-F238E27FC236}">
                <a16:creationId xmlns:a16="http://schemas.microsoft.com/office/drawing/2014/main" id="{4B755F4B-07E5-2FB5-C912-65887011FF5B}"/>
              </a:ext>
            </a:extLst>
          </p:cNvPr>
          <p:cNvSpPr/>
          <p:nvPr/>
        </p:nvSpPr>
        <p:spPr>
          <a:xfrm>
            <a:off x="6248400" y="16256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A38"/>
                </a:solidFill>
                <a:ea typeface="Source Sans 3" pitchFamily="34" charset="-122"/>
                <a:cs typeface="Source Sans 3" pitchFamily="34" charset="-120"/>
              </a:rPr>
              <a:t>Objective</a:t>
            </a:r>
            <a:endParaRPr lang="en-US" sz="1500" dirty="0"/>
          </a:p>
        </p:txBody>
      </p:sp>
      <p:sp>
        <p:nvSpPr>
          <p:cNvPr id="39" name="Text 12">
            <a:extLst>
              <a:ext uri="{FF2B5EF4-FFF2-40B4-BE49-F238E27FC236}">
                <a16:creationId xmlns:a16="http://schemas.microsoft.com/office/drawing/2014/main" id="{81E5E4C8-CED2-0757-6962-03E1543B5AFB}"/>
              </a:ext>
            </a:extLst>
          </p:cNvPr>
          <p:cNvSpPr/>
          <p:nvPr/>
        </p:nvSpPr>
        <p:spPr>
          <a:xfrm>
            <a:off x="6248400" y="1892300"/>
            <a:ext cx="5494020"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1"/>
                </a:solidFill>
                <a:ea typeface="Source Sans 3" pitchFamily="34" charset="-122"/>
                <a:cs typeface="Source Sans 3" pitchFamily="34" charset="-120"/>
              </a:rPr>
              <a:t>Build a dispute platform that captures and classifies disputes, enforces regulatory timelines and uses Now Assist to cut agent effort, without exposing card or customer data.</a:t>
            </a:r>
            <a:endParaRPr lang="en-US" sz="1300" dirty="0"/>
          </a:p>
        </p:txBody>
      </p:sp>
      <p:sp>
        <p:nvSpPr>
          <p:cNvPr id="41" name="Shape 13">
            <a:extLst>
              <a:ext uri="{FF2B5EF4-FFF2-40B4-BE49-F238E27FC236}">
                <a16:creationId xmlns:a16="http://schemas.microsoft.com/office/drawing/2014/main" id="{2F189068-8414-C420-9666-E03B8D2CB398}"/>
              </a:ext>
            </a:extLst>
          </p:cNvPr>
          <p:cNvSpPr/>
          <p:nvPr/>
        </p:nvSpPr>
        <p:spPr>
          <a:xfrm>
            <a:off x="609600" y="2717800"/>
            <a:ext cx="10972800" cy="381000"/>
          </a:xfrm>
          <a:prstGeom prst="roundRect">
            <a:avLst>
              <a:gd name="adj" fmla="val 6667"/>
            </a:avLst>
          </a:prstGeom>
          <a:solidFill>
            <a:srgbClr val="D4D3F1"/>
          </a:solidFill>
          <a:ln/>
        </p:spPr>
        <p:txBody>
          <a:bodyPr/>
          <a:lstStyle/>
          <a:p>
            <a:endParaRPr lang="en-IN"/>
          </a:p>
        </p:txBody>
      </p:sp>
      <p:sp>
        <p:nvSpPr>
          <p:cNvPr id="43" name="Shape 14">
            <a:extLst>
              <a:ext uri="{FF2B5EF4-FFF2-40B4-BE49-F238E27FC236}">
                <a16:creationId xmlns:a16="http://schemas.microsoft.com/office/drawing/2014/main" id="{5248955F-B363-1172-F8F8-550E7A73487E}"/>
              </a:ext>
            </a:extLst>
          </p:cNvPr>
          <p:cNvSpPr/>
          <p:nvPr/>
        </p:nvSpPr>
        <p:spPr>
          <a:xfrm>
            <a:off x="609600" y="2717800"/>
            <a:ext cx="10972800" cy="381000"/>
          </a:xfrm>
          <a:custGeom>
            <a:avLst/>
            <a:gdLst/>
            <a:ahLst/>
            <a:cxnLst/>
            <a:rect l="l" t="t" r="r" b="b"/>
            <a:pathLst>
              <a:path w="10972800" h="381000">
                <a:moveTo>
                  <a:pt x="38100" y="381000"/>
                </a:moveTo>
                <a:lnTo>
                  <a:pt x="25400" y="381000"/>
                </a:lnTo>
                <a:arcTo wR="25400" hR="25400" stAng="5400000" swAng="5400000"/>
                <a:lnTo>
                  <a:pt x="0" y="25400"/>
                </a:lnTo>
                <a:arcTo wR="25400" hR="25400" stAng="10800000" swAng="5400000"/>
                <a:lnTo>
                  <a:pt x="38100" y="0"/>
                </a:lnTo>
                <a:lnTo>
                  <a:pt x="38100" y="381000"/>
                </a:lnTo>
                <a:close/>
              </a:path>
            </a:pathLst>
          </a:custGeom>
          <a:solidFill>
            <a:srgbClr val="00828E"/>
          </a:solidFill>
          <a:ln/>
        </p:spPr>
        <p:txBody>
          <a:bodyPr/>
          <a:lstStyle/>
          <a:p>
            <a:endParaRPr lang="en-IN"/>
          </a:p>
        </p:txBody>
      </p:sp>
      <p:sp>
        <p:nvSpPr>
          <p:cNvPr id="45" name="Text 15">
            <a:extLst>
              <a:ext uri="{FF2B5EF4-FFF2-40B4-BE49-F238E27FC236}">
                <a16:creationId xmlns:a16="http://schemas.microsoft.com/office/drawing/2014/main" id="{FFDFAA90-508A-25AD-AD9D-BB55B857D46D}"/>
              </a:ext>
            </a:extLst>
          </p:cNvPr>
          <p:cNvSpPr/>
          <p:nvPr/>
        </p:nvSpPr>
        <p:spPr>
          <a:xfrm>
            <a:off x="800100" y="2806700"/>
            <a:ext cx="10948797"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ea typeface="Source Sans 3" pitchFamily="34" charset="-122"/>
                <a:cs typeface="Source Sans 3" pitchFamily="34" charset="-120"/>
              </a:rPr>
              <a:t>Domain knowledge to apply:</a:t>
            </a:r>
            <a:r>
              <a:rPr lang="en-US" sz="1200" dirty="0">
                <a:solidFill>
                  <a:srgbClr val="1E2A38"/>
                </a:solidFill>
                <a:ea typeface="Source Sans 3" pitchFamily="34" charset="-122"/>
                <a:cs typeface="Source Sans 3" pitchFamily="34" charset="-120"/>
              </a:rPr>
              <a:t> chargeback reason codes, provisional credit, regulatory turnaround times, KYC and PCI-DSS data masking.</a:t>
            </a:r>
            <a:endParaRPr lang="en-US" sz="1200" dirty="0"/>
          </a:p>
        </p:txBody>
      </p:sp>
      <p:sp>
        <p:nvSpPr>
          <p:cNvPr id="47" name="Text 16">
            <a:extLst>
              <a:ext uri="{FF2B5EF4-FFF2-40B4-BE49-F238E27FC236}">
                <a16:creationId xmlns:a16="http://schemas.microsoft.com/office/drawing/2014/main" id="{C25E2008-B69D-13B3-866E-A59B7479FE14}"/>
              </a:ext>
            </a:extLst>
          </p:cNvPr>
          <p:cNvSpPr/>
          <p:nvPr/>
        </p:nvSpPr>
        <p:spPr>
          <a:xfrm>
            <a:off x="609600" y="32385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70C0"/>
                </a:solidFill>
                <a:ea typeface="Source Sans 3" pitchFamily="34" charset="-122"/>
                <a:cs typeface="Source Sans 3" pitchFamily="34" charset="-120"/>
              </a:rPr>
              <a:t>Platform elements to include</a:t>
            </a:r>
            <a:endParaRPr lang="en-US" sz="1500" dirty="0">
              <a:solidFill>
                <a:srgbClr val="0070C0"/>
              </a:solidFill>
            </a:endParaRPr>
          </a:p>
        </p:txBody>
      </p:sp>
      <p:sp>
        <p:nvSpPr>
          <p:cNvPr id="49" name="Text 17">
            <a:extLst>
              <a:ext uri="{FF2B5EF4-FFF2-40B4-BE49-F238E27FC236}">
                <a16:creationId xmlns:a16="http://schemas.microsoft.com/office/drawing/2014/main" id="{EFE9B206-6E82-BD2D-B550-89D7C791CA1E}"/>
              </a:ext>
            </a:extLst>
          </p:cNvPr>
          <p:cNvSpPr/>
          <p:nvPr/>
        </p:nvSpPr>
        <p:spPr>
          <a:xfrm>
            <a:off x="609600" y="35560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ea typeface="Source Sans 3" pitchFamily="34" charset="-122"/>
                <a:cs typeface="Source Sans 3" pitchFamily="34" charset="-120"/>
              </a:rPr>
              <a:t>Customer Portal:</a:t>
            </a:r>
            <a:r>
              <a:rPr lang="en-US" sz="1200" dirty="0">
                <a:solidFill>
                  <a:srgbClr val="1E2A38"/>
                </a:solidFill>
                <a:ea typeface="Source Sans 3" pitchFamily="34" charset="-122"/>
                <a:cs typeface="Source Sans 3" pitchFamily="34" charset="-120"/>
              </a:rPr>
              <a:t> Customers raise disputes, upload receipts and track status</a:t>
            </a:r>
            <a:endParaRPr lang="en-US" sz="1200" dirty="0"/>
          </a:p>
        </p:txBody>
      </p:sp>
      <p:sp>
        <p:nvSpPr>
          <p:cNvPr id="51" name="Text 18">
            <a:extLst>
              <a:ext uri="{FF2B5EF4-FFF2-40B4-BE49-F238E27FC236}">
                <a16:creationId xmlns:a16="http://schemas.microsoft.com/office/drawing/2014/main" id="{05431FBF-35D5-F2C3-EA04-202A0FA50FB2}"/>
              </a:ext>
            </a:extLst>
          </p:cNvPr>
          <p:cNvSpPr/>
          <p:nvPr/>
        </p:nvSpPr>
        <p:spPr>
          <a:xfrm>
            <a:off x="609600" y="38481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ea typeface="Source Sans 3" pitchFamily="34" charset="-122"/>
                <a:cs typeface="Source Sans 3" pitchFamily="34" charset="-120"/>
              </a:rPr>
              <a:t>Custom Tables:</a:t>
            </a:r>
            <a:r>
              <a:rPr lang="en-US" sz="1200" dirty="0">
                <a:solidFill>
                  <a:srgbClr val="1E2A38"/>
                </a:solidFill>
                <a:ea typeface="Source Sans 3" pitchFamily="34" charset="-122"/>
                <a:cs typeface="Source Sans 3" pitchFamily="34" charset="-120"/>
              </a:rPr>
              <a:t> Disputes, transactions, merchants, reason codes and evidence</a:t>
            </a:r>
            <a:endParaRPr lang="en-US" sz="1200" dirty="0"/>
          </a:p>
        </p:txBody>
      </p:sp>
      <p:sp>
        <p:nvSpPr>
          <p:cNvPr id="53" name="Text 19">
            <a:extLst>
              <a:ext uri="{FF2B5EF4-FFF2-40B4-BE49-F238E27FC236}">
                <a16:creationId xmlns:a16="http://schemas.microsoft.com/office/drawing/2014/main" id="{C80B8ECE-1C63-39B5-0CC0-4A29D46CCF17}"/>
              </a:ext>
            </a:extLst>
          </p:cNvPr>
          <p:cNvSpPr/>
          <p:nvPr/>
        </p:nvSpPr>
        <p:spPr>
          <a:xfrm>
            <a:off x="609600" y="4140200"/>
            <a:ext cx="5494020" cy="4318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ea typeface="Source Sans 3" pitchFamily="34" charset="-122"/>
                <a:cs typeface="Source Sans 3" pitchFamily="34" charset="-120"/>
              </a:rPr>
              <a:t>Workflows &amp; Approvals:</a:t>
            </a:r>
            <a:r>
              <a:rPr lang="en-US" sz="1200" dirty="0">
                <a:solidFill>
                  <a:srgbClr val="1E2A38"/>
                </a:solidFill>
                <a:ea typeface="Source Sans 3" pitchFamily="34" charset="-122"/>
                <a:cs typeface="Source Sans 3" pitchFamily="34" charset="-120"/>
              </a:rPr>
              <a:t> Route by amount and reason code, credit approvals, escalation before deadlines</a:t>
            </a:r>
            <a:endParaRPr lang="en-US" sz="1200" dirty="0"/>
          </a:p>
        </p:txBody>
      </p:sp>
      <p:sp>
        <p:nvSpPr>
          <p:cNvPr id="55" name="Text 20">
            <a:extLst>
              <a:ext uri="{FF2B5EF4-FFF2-40B4-BE49-F238E27FC236}">
                <a16:creationId xmlns:a16="http://schemas.microsoft.com/office/drawing/2014/main" id="{1BC4FD5B-5D6F-55F1-6D07-244FDF6A6658}"/>
              </a:ext>
            </a:extLst>
          </p:cNvPr>
          <p:cNvSpPr/>
          <p:nvPr/>
        </p:nvSpPr>
        <p:spPr>
          <a:xfrm>
            <a:off x="609600" y="4635500"/>
            <a:ext cx="5494020" cy="4318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ea typeface="Source Sans 3" pitchFamily="34" charset="-122"/>
                <a:cs typeface="Source Sans 3" pitchFamily="34" charset="-120"/>
              </a:rPr>
              <a:t>Dashboards:</a:t>
            </a:r>
            <a:r>
              <a:rPr lang="en-US" sz="1200" dirty="0">
                <a:solidFill>
                  <a:srgbClr val="1E2A38"/>
                </a:solidFill>
                <a:ea typeface="Source Sans 3" pitchFamily="34" charset="-122"/>
                <a:cs typeface="Source Sans 3" pitchFamily="34" charset="-120"/>
              </a:rPr>
              <a:t> Dispute volume, turnaround compliance and win/loss ratio by merchant</a:t>
            </a:r>
            <a:endParaRPr lang="en-US" sz="1200" dirty="0"/>
          </a:p>
        </p:txBody>
      </p:sp>
      <p:sp>
        <p:nvSpPr>
          <p:cNvPr id="57" name="Text 21">
            <a:extLst>
              <a:ext uri="{FF2B5EF4-FFF2-40B4-BE49-F238E27FC236}">
                <a16:creationId xmlns:a16="http://schemas.microsoft.com/office/drawing/2014/main" id="{EAA76F34-CC5A-639A-7239-1A5526347649}"/>
              </a:ext>
            </a:extLst>
          </p:cNvPr>
          <p:cNvSpPr/>
          <p:nvPr/>
        </p:nvSpPr>
        <p:spPr>
          <a:xfrm>
            <a:off x="6248400" y="32385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B0F0"/>
                </a:solidFill>
                <a:ea typeface="Source Sans 3" pitchFamily="34" charset="-122"/>
                <a:cs typeface="Source Sans 3" pitchFamily="34" charset="-120"/>
              </a:rPr>
              <a:t>Now Assist elements to include</a:t>
            </a:r>
            <a:endParaRPr lang="en-US" sz="1500" dirty="0">
              <a:solidFill>
                <a:srgbClr val="00B0F0"/>
              </a:solidFill>
            </a:endParaRPr>
          </a:p>
        </p:txBody>
      </p:sp>
      <p:sp>
        <p:nvSpPr>
          <p:cNvPr id="59" name="Text 22">
            <a:extLst>
              <a:ext uri="{FF2B5EF4-FFF2-40B4-BE49-F238E27FC236}">
                <a16:creationId xmlns:a16="http://schemas.microsoft.com/office/drawing/2014/main" id="{2A30090B-9AC3-6C90-398E-B174DEC106A6}"/>
              </a:ext>
            </a:extLst>
          </p:cNvPr>
          <p:cNvSpPr/>
          <p:nvPr/>
        </p:nvSpPr>
        <p:spPr>
          <a:xfrm>
            <a:off x="6248400" y="3556000"/>
            <a:ext cx="5494020" cy="4318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ea typeface="Source Sans 3" pitchFamily="34" charset="-122"/>
                <a:cs typeface="Source Sans 3" pitchFamily="34" charset="-120"/>
              </a:rPr>
              <a:t>Now Assist in Virtual Agent:</a:t>
            </a:r>
            <a:r>
              <a:rPr lang="en-US" sz="1200" dirty="0">
                <a:solidFill>
                  <a:srgbClr val="1E2A38"/>
                </a:solidFill>
                <a:ea typeface="Source Sans 3" pitchFamily="34" charset="-122"/>
                <a:cs typeface="Source Sans 3" pitchFamily="34" charset="-120"/>
              </a:rPr>
              <a:t> Conversational intake that asks the right questions per reason code</a:t>
            </a:r>
            <a:endParaRPr lang="en-US" sz="1200" dirty="0"/>
          </a:p>
        </p:txBody>
      </p:sp>
      <p:sp>
        <p:nvSpPr>
          <p:cNvPr id="61" name="Text 23">
            <a:extLst>
              <a:ext uri="{FF2B5EF4-FFF2-40B4-BE49-F238E27FC236}">
                <a16:creationId xmlns:a16="http://schemas.microsoft.com/office/drawing/2014/main" id="{B4C40599-135C-BC22-426E-664C02355C71}"/>
              </a:ext>
            </a:extLst>
          </p:cNvPr>
          <p:cNvSpPr/>
          <p:nvPr/>
        </p:nvSpPr>
        <p:spPr>
          <a:xfrm>
            <a:off x="6248400" y="4051300"/>
            <a:ext cx="5494020" cy="228600"/>
          </a:xfrm>
          <a:prstGeom prst="rect">
            <a:avLst/>
          </a:prstGeom>
          <a:noFill/>
          <a:ln/>
        </p:spPr>
        <p:txBody>
          <a:bodyPr wrap="square" lIns="0" tIns="0" rIns="0" bIns="0" rtlCol="0" anchor="t">
            <a:normAutofit fontScale="92500"/>
          </a:bodyPr>
          <a:lstStyle/>
          <a:p>
            <a:pPr marL="0" indent="0" algn="l">
              <a:lnSpc>
                <a:spcPts val="1620"/>
              </a:lnSpc>
              <a:buNone/>
            </a:pPr>
            <a:r>
              <a:rPr lang="en-US" sz="1200" b="1" dirty="0">
                <a:solidFill>
                  <a:srgbClr val="1E2A38"/>
                </a:solidFill>
                <a:ea typeface="Source Sans 3" pitchFamily="34" charset="-122"/>
                <a:cs typeface="Source Sans 3" pitchFamily="34" charset="-120"/>
              </a:rPr>
              <a:t>Case Summarization:</a:t>
            </a:r>
            <a:r>
              <a:rPr lang="en-US" sz="1200" dirty="0">
                <a:solidFill>
                  <a:srgbClr val="1E2A38"/>
                </a:solidFill>
                <a:ea typeface="Source Sans 3" pitchFamily="34" charset="-122"/>
                <a:cs typeface="Source Sans 3" pitchFamily="34" charset="-120"/>
              </a:rPr>
              <a:t> One-paragraph dispute history for agents and supervisors</a:t>
            </a:r>
            <a:endParaRPr lang="en-US" sz="1200" dirty="0"/>
          </a:p>
        </p:txBody>
      </p:sp>
      <p:sp>
        <p:nvSpPr>
          <p:cNvPr id="63" name="Text 24">
            <a:extLst>
              <a:ext uri="{FF2B5EF4-FFF2-40B4-BE49-F238E27FC236}">
                <a16:creationId xmlns:a16="http://schemas.microsoft.com/office/drawing/2014/main" id="{2ACD8641-0320-C2DF-C568-BD6E705F440C}"/>
              </a:ext>
            </a:extLst>
          </p:cNvPr>
          <p:cNvSpPr/>
          <p:nvPr/>
        </p:nvSpPr>
        <p:spPr>
          <a:xfrm>
            <a:off x="6248400" y="4343400"/>
            <a:ext cx="5494020" cy="228600"/>
          </a:xfrm>
          <a:prstGeom prst="rect">
            <a:avLst/>
          </a:prstGeom>
          <a:noFill/>
          <a:ln/>
        </p:spPr>
        <p:txBody>
          <a:bodyPr wrap="square" lIns="0" tIns="0" rIns="0" bIns="0" rtlCol="0" anchor="t">
            <a:normAutofit fontScale="92500"/>
          </a:bodyPr>
          <a:lstStyle/>
          <a:p>
            <a:pPr marL="0" indent="0" algn="l">
              <a:lnSpc>
                <a:spcPts val="1620"/>
              </a:lnSpc>
              <a:buNone/>
            </a:pPr>
            <a:r>
              <a:rPr lang="en-US" sz="1200" b="1" dirty="0">
                <a:solidFill>
                  <a:srgbClr val="1E2A38"/>
                </a:solidFill>
                <a:ea typeface="Source Sans 3" pitchFamily="34" charset="-122"/>
                <a:cs typeface="Source Sans 3" pitchFamily="34" charset="-120"/>
              </a:rPr>
              <a:t>Resolution Notes:</a:t>
            </a:r>
            <a:r>
              <a:rPr lang="en-US" sz="1200" dirty="0">
                <a:solidFill>
                  <a:srgbClr val="1E2A38"/>
                </a:solidFill>
                <a:ea typeface="Source Sans 3" pitchFamily="34" charset="-122"/>
                <a:cs typeface="Source Sans 3" pitchFamily="34" charset="-120"/>
              </a:rPr>
              <a:t> Auto-draft closure notes and customer letters for agent review</a:t>
            </a:r>
            <a:endParaRPr lang="en-US" sz="1200" dirty="0"/>
          </a:p>
        </p:txBody>
      </p:sp>
      <p:sp>
        <p:nvSpPr>
          <p:cNvPr id="65" name="Text 25">
            <a:extLst>
              <a:ext uri="{FF2B5EF4-FFF2-40B4-BE49-F238E27FC236}">
                <a16:creationId xmlns:a16="http://schemas.microsoft.com/office/drawing/2014/main" id="{E5D1B9DF-349E-B757-4CEB-D7EAE726D5FE}"/>
              </a:ext>
            </a:extLst>
          </p:cNvPr>
          <p:cNvSpPr/>
          <p:nvPr/>
        </p:nvSpPr>
        <p:spPr>
          <a:xfrm>
            <a:off x="6248400" y="4635500"/>
            <a:ext cx="5494020" cy="4318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ea typeface="Source Sans 3" pitchFamily="34" charset="-122"/>
                <a:cs typeface="Source Sans 3" pitchFamily="34" charset="-120"/>
              </a:rPr>
              <a:t>Responsible AI:</a:t>
            </a:r>
            <a:r>
              <a:rPr lang="en-US" sz="1200" dirty="0">
                <a:solidFill>
                  <a:srgbClr val="1E2A38"/>
                </a:solidFill>
                <a:ea typeface="Source Sans 3" pitchFamily="34" charset="-122"/>
                <a:cs typeface="Source Sans 3" pitchFamily="34" charset="-120"/>
              </a:rPr>
              <a:t> Mask card numbers and PII before content reaches any generative skill</a:t>
            </a:r>
            <a:endParaRPr lang="en-US" sz="1200" dirty="0"/>
          </a:p>
        </p:txBody>
      </p:sp>
    </p:spTree>
    <p:extLst>
      <p:ext uri="{BB962C8B-B14F-4D97-AF65-F5344CB8AC3E}">
        <p14:creationId xmlns:p14="http://schemas.microsoft.com/office/powerpoint/2010/main" val="3826729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0">
            <a:extLst>
              <a:ext uri="{FF2B5EF4-FFF2-40B4-BE49-F238E27FC236}">
                <a16:creationId xmlns:a16="http://schemas.microsoft.com/office/drawing/2014/main" id="{48D50051-3F8C-F356-C983-847FCCC7BFA0}"/>
              </a:ext>
            </a:extLst>
          </p:cNvPr>
          <p:cNvSpPr/>
          <p:nvPr/>
        </p:nvSpPr>
        <p:spPr>
          <a:xfrm>
            <a:off x="609600" y="457200"/>
            <a:ext cx="1009055"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1"/>
                </a:solidFill>
                <a:latin typeface="Source Sans 3" pitchFamily="34" charset="0"/>
                <a:ea typeface="Source Sans 3" pitchFamily="34" charset="-122"/>
                <a:cs typeface="Source Sans 3" pitchFamily="34" charset="-120"/>
              </a:rPr>
              <a:t>PROBLEM 02</a:t>
            </a:r>
            <a:endParaRPr lang="en-US" sz="1200" dirty="0"/>
          </a:p>
        </p:txBody>
      </p:sp>
      <p:sp>
        <p:nvSpPr>
          <p:cNvPr id="11" name="Shape 1">
            <a:extLst>
              <a:ext uri="{FF2B5EF4-FFF2-40B4-BE49-F238E27FC236}">
                <a16:creationId xmlns:a16="http://schemas.microsoft.com/office/drawing/2014/main" id="{E2373AAC-A6ED-9396-0B78-9D0914C6AE3E}"/>
              </a:ext>
            </a:extLst>
          </p:cNvPr>
          <p:cNvSpPr/>
          <p:nvPr/>
        </p:nvSpPr>
        <p:spPr>
          <a:xfrm>
            <a:off x="7587357" y="406400"/>
            <a:ext cx="1736923" cy="311150"/>
          </a:xfrm>
          <a:prstGeom prst="roundRect">
            <a:avLst>
              <a:gd name="adj" fmla="val 20408"/>
            </a:avLst>
          </a:prstGeom>
          <a:solidFill>
            <a:srgbClr val="0070C0"/>
          </a:solidFill>
          <a:ln/>
        </p:spPr>
        <p:txBody>
          <a:bodyPr/>
          <a:lstStyle/>
          <a:p>
            <a:endParaRPr lang="en-IN"/>
          </a:p>
        </p:txBody>
      </p:sp>
      <p:sp>
        <p:nvSpPr>
          <p:cNvPr id="13" name="Text 2">
            <a:extLst>
              <a:ext uri="{FF2B5EF4-FFF2-40B4-BE49-F238E27FC236}">
                <a16:creationId xmlns:a16="http://schemas.microsoft.com/office/drawing/2014/main" id="{2EAE1F33-05BB-9452-7F2D-2745C36E8844}"/>
              </a:ext>
            </a:extLst>
          </p:cNvPr>
          <p:cNvSpPr/>
          <p:nvPr/>
        </p:nvSpPr>
        <p:spPr>
          <a:xfrm>
            <a:off x="7765157" y="457200"/>
            <a:ext cx="143212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ServiceNow Platform</a:t>
            </a:r>
            <a:endParaRPr lang="en-US" sz="1200" dirty="0"/>
          </a:p>
        </p:txBody>
      </p:sp>
      <p:sp>
        <p:nvSpPr>
          <p:cNvPr id="15" name="Shape 3">
            <a:extLst>
              <a:ext uri="{FF2B5EF4-FFF2-40B4-BE49-F238E27FC236}">
                <a16:creationId xmlns:a16="http://schemas.microsoft.com/office/drawing/2014/main" id="{0F10BC8B-4283-C4CE-F742-83F9BFA8D4B9}"/>
              </a:ext>
            </a:extLst>
          </p:cNvPr>
          <p:cNvSpPr/>
          <p:nvPr/>
        </p:nvSpPr>
        <p:spPr>
          <a:xfrm>
            <a:off x="9425880" y="406400"/>
            <a:ext cx="1059755" cy="311150"/>
          </a:xfrm>
          <a:prstGeom prst="roundRect">
            <a:avLst>
              <a:gd name="adj" fmla="val 20408"/>
            </a:avLst>
          </a:prstGeom>
          <a:solidFill>
            <a:srgbClr val="00B0F0"/>
          </a:solidFill>
          <a:ln/>
        </p:spPr>
        <p:txBody>
          <a:bodyPr/>
          <a:lstStyle/>
          <a:p>
            <a:endParaRPr lang="en-IN"/>
          </a:p>
        </p:txBody>
      </p:sp>
      <p:sp>
        <p:nvSpPr>
          <p:cNvPr id="17" name="Text 4">
            <a:extLst>
              <a:ext uri="{FF2B5EF4-FFF2-40B4-BE49-F238E27FC236}">
                <a16:creationId xmlns:a16="http://schemas.microsoft.com/office/drawing/2014/main" id="{1E4AB7A4-D985-B0B3-E39D-D3DD81E8812F}"/>
              </a:ext>
            </a:extLst>
          </p:cNvPr>
          <p:cNvSpPr/>
          <p:nvPr/>
        </p:nvSpPr>
        <p:spPr>
          <a:xfrm>
            <a:off x="9603680" y="457200"/>
            <a:ext cx="754955"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Now Assist</a:t>
            </a:r>
            <a:endParaRPr lang="en-US" sz="1200" dirty="0"/>
          </a:p>
        </p:txBody>
      </p:sp>
      <p:sp>
        <p:nvSpPr>
          <p:cNvPr id="19" name="Shape 5">
            <a:extLst>
              <a:ext uri="{FF2B5EF4-FFF2-40B4-BE49-F238E27FC236}">
                <a16:creationId xmlns:a16="http://schemas.microsoft.com/office/drawing/2014/main" id="{4A5630F3-914A-3090-322B-D6BE327731E9}"/>
              </a:ext>
            </a:extLst>
          </p:cNvPr>
          <p:cNvSpPr/>
          <p:nvPr/>
        </p:nvSpPr>
        <p:spPr>
          <a:xfrm>
            <a:off x="10587236" y="406400"/>
            <a:ext cx="995164" cy="311150"/>
          </a:xfrm>
          <a:prstGeom prst="roundRect">
            <a:avLst>
              <a:gd name="adj" fmla="val 20408"/>
            </a:avLst>
          </a:prstGeom>
          <a:solidFill>
            <a:srgbClr val="00828E"/>
          </a:solidFill>
          <a:ln/>
        </p:spPr>
        <p:txBody>
          <a:bodyPr/>
          <a:lstStyle/>
          <a:p>
            <a:endParaRPr lang="en-IN"/>
          </a:p>
        </p:txBody>
      </p:sp>
      <p:sp>
        <p:nvSpPr>
          <p:cNvPr id="21" name="Text 6">
            <a:extLst>
              <a:ext uri="{FF2B5EF4-FFF2-40B4-BE49-F238E27FC236}">
                <a16:creationId xmlns:a16="http://schemas.microsoft.com/office/drawing/2014/main" id="{84777409-59E5-B9D3-2DEF-4FDB5AD113B3}"/>
              </a:ext>
            </a:extLst>
          </p:cNvPr>
          <p:cNvSpPr/>
          <p:nvPr/>
        </p:nvSpPr>
        <p:spPr>
          <a:xfrm>
            <a:off x="10765036" y="457200"/>
            <a:ext cx="690364"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Insurance</a:t>
            </a:r>
            <a:endParaRPr lang="en-US" sz="1200" dirty="0"/>
          </a:p>
        </p:txBody>
      </p:sp>
      <p:sp>
        <p:nvSpPr>
          <p:cNvPr id="23" name="Shape 7">
            <a:extLst>
              <a:ext uri="{FF2B5EF4-FFF2-40B4-BE49-F238E27FC236}">
                <a16:creationId xmlns:a16="http://schemas.microsoft.com/office/drawing/2014/main" id="{607434C2-D4AA-EBC7-B9B2-7C942A9BA5E9}"/>
              </a:ext>
            </a:extLst>
          </p:cNvPr>
          <p:cNvSpPr/>
          <p:nvPr/>
        </p:nvSpPr>
        <p:spPr>
          <a:xfrm>
            <a:off x="609600" y="857250"/>
            <a:ext cx="10972800" cy="628650"/>
          </a:xfrm>
          <a:prstGeom prst="roundRect">
            <a:avLst>
              <a:gd name="adj" fmla="val 6061"/>
            </a:avLst>
          </a:prstGeom>
          <a:solidFill>
            <a:srgbClr val="00828E"/>
          </a:solidFill>
          <a:ln/>
        </p:spPr>
        <p:txBody>
          <a:bodyPr/>
          <a:lstStyle/>
          <a:p>
            <a:endParaRPr lang="en-IN"/>
          </a:p>
        </p:txBody>
      </p:sp>
      <p:sp>
        <p:nvSpPr>
          <p:cNvPr id="25" name="Text 8">
            <a:extLst>
              <a:ext uri="{FF2B5EF4-FFF2-40B4-BE49-F238E27FC236}">
                <a16:creationId xmlns:a16="http://schemas.microsoft.com/office/drawing/2014/main" id="{6C0C2B39-65F7-4E60-2834-F6FC5100029E}"/>
              </a:ext>
            </a:extLst>
          </p:cNvPr>
          <p:cNvSpPr/>
          <p:nvPr/>
        </p:nvSpPr>
        <p:spPr>
          <a:xfrm>
            <a:off x="706628" y="984250"/>
            <a:ext cx="10778744" cy="400050"/>
          </a:xfrm>
          <a:prstGeom prst="rect">
            <a:avLst/>
          </a:prstGeom>
          <a:noFill/>
          <a:ln/>
        </p:spPr>
        <p:txBody>
          <a:bodyPr wrap="square" lIns="0" tIns="0" rIns="0" bIns="0" rtlCol="0" anchor="t">
            <a:normAutofit/>
          </a:bodyPr>
          <a:lstStyle/>
          <a:p>
            <a:pPr marL="0" indent="0" algn="ctr">
              <a:lnSpc>
                <a:spcPts val="2990"/>
              </a:lnSpc>
              <a:buNone/>
            </a:pPr>
            <a:r>
              <a:rPr lang="en-US" sz="2600" b="1" dirty="0">
                <a:solidFill>
                  <a:srgbClr val="FBFAF7"/>
                </a:solidFill>
                <a:latin typeface="Source Sans 3" pitchFamily="34" charset="0"/>
                <a:ea typeface="Source Sans 3" pitchFamily="34" charset="-122"/>
                <a:cs typeface="Source Sans 3" pitchFamily="34" charset="-120"/>
              </a:rPr>
              <a:t>Insurance – Motor Claims from FNOL to Settlement</a:t>
            </a:r>
            <a:endParaRPr lang="en-US" sz="2600" dirty="0"/>
          </a:p>
        </p:txBody>
      </p:sp>
      <p:sp>
        <p:nvSpPr>
          <p:cNvPr id="27" name="Text 9">
            <a:extLst>
              <a:ext uri="{FF2B5EF4-FFF2-40B4-BE49-F238E27FC236}">
                <a16:creationId xmlns:a16="http://schemas.microsoft.com/office/drawing/2014/main" id="{F7C9EE7F-A289-8BA8-BE32-BBDE728A1DF7}"/>
              </a:ext>
            </a:extLst>
          </p:cNvPr>
          <p:cNvSpPr/>
          <p:nvPr/>
        </p:nvSpPr>
        <p:spPr>
          <a:xfrm>
            <a:off x="609600" y="16256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A38"/>
                </a:solidFill>
                <a:latin typeface="Source Sans 3" pitchFamily="34" charset="0"/>
                <a:ea typeface="Source Sans 3" pitchFamily="34" charset="-122"/>
                <a:cs typeface="Source Sans 3" pitchFamily="34" charset="-120"/>
              </a:rPr>
              <a:t>Background</a:t>
            </a:r>
            <a:endParaRPr lang="en-US" sz="1500" dirty="0"/>
          </a:p>
        </p:txBody>
      </p:sp>
      <p:sp>
        <p:nvSpPr>
          <p:cNvPr id="29" name="Text 10">
            <a:extLst>
              <a:ext uri="{FF2B5EF4-FFF2-40B4-BE49-F238E27FC236}">
                <a16:creationId xmlns:a16="http://schemas.microsoft.com/office/drawing/2014/main" id="{E6EEA1A1-37CC-850C-8CB8-2720BD09CA32}"/>
              </a:ext>
            </a:extLst>
          </p:cNvPr>
          <p:cNvSpPr/>
          <p:nvPr/>
        </p:nvSpPr>
        <p:spPr>
          <a:xfrm>
            <a:off x="609600" y="1892300"/>
            <a:ext cx="5494020"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1"/>
                </a:solidFill>
                <a:latin typeface="Source Sans 3" pitchFamily="34" charset="0"/>
                <a:ea typeface="Source Sans 3" pitchFamily="34" charset="-122"/>
                <a:cs typeface="Source Sans 3" pitchFamily="34" charset="-120"/>
              </a:rPr>
              <a:t>Motor claims arrive via agents, call centres, garages and apps. Surveyor reports, estimates and photos come as unstructured documents, so triage is slow and fraud is hard to spot.</a:t>
            </a:r>
            <a:endParaRPr lang="en-US" sz="1300" dirty="0"/>
          </a:p>
        </p:txBody>
      </p:sp>
      <p:sp>
        <p:nvSpPr>
          <p:cNvPr id="31" name="Text 11">
            <a:extLst>
              <a:ext uri="{FF2B5EF4-FFF2-40B4-BE49-F238E27FC236}">
                <a16:creationId xmlns:a16="http://schemas.microsoft.com/office/drawing/2014/main" id="{F502421F-4370-6487-E57C-FB4EAD45E98C}"/>
              </a:ext>
            </a:extLst>
          </p:cNvPr>
          <p:cNvSpPr/>
          <p:nvPr/>
        </p:nvSpPr>
        <p:spPr>
          <a:xfrm>
            <a:off x="6248400" y="16256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A38"/>
                </a:solidFill>
                <a:latin typeface="Source Sans 3" pitchFamily="34" charset="0"/>
                <a:ea typeface="Source Sans 3" pitchFamily="34" charset="-122"/>
                <a:cs typeface="Source Sans 3" pitchFamily="34" charset="-120"/>
              </a:rPr>
              <a:t>Objective</a:t>
            </a:r>
            <a:endParaRPr lang="en-US" sz="1500" dirty="0"/>
          </a:p>
        </p:txBody>
      </p:sp>
      <p:sp>
        <p:nvSpPr>
          <p:cNvPr id="33" name="Text 12">
            <a:extLst>
              <a:ext uri="{FF2B5EF4-FFF2-40B4-BE49-F238E27FC236}">
                <a16:creationId xmlns:a16="http://schemas.microsoft.com/office/drawing/2014/main" id="{64185744-2C52-1028-6F3B-EF7EAE6548F0}"/>
              </a:ext>
            </a:extLst>
          </p:cNvPr>
          <p:cNvSpPr/>
          <p:nvPr/>
        </p:nvSpPr>
        <p:spPr>
          <a:xfrm>
            <a:off x="6248400" y="1892300"/>
            <a:ext cx="5494020"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1"/>
                </a:solidFill>
                <a:latin typeface="Source Sans 3" pitchFamily="34" charset="0"/>
                <a:ea typeface="Source Sans 3" pitchFamily="34" charset="-122"/>
                <a:cs typeface="Source Sans 3" pitchFamily="34" charset="-120"/>
              </a:rPr>
              <a:t>Create a claims platform that registers first notice of loss, extracts document data, assigns surveyors and garages, and speeds triage with Now Assist while adjusters own payout decisions.</a:t>
            </a:r>
            <a:endParaRPr lang="en-US" sz="1300" dirty="0"/>
          </a:p>
        </p:txBody>
      </p:sp>
      <p:sp>
        <p:nvSpPr>
          <p:cNvPr id="35" name="Shape 13">
            <a:extLst>
              <a:ext uri="{FF2B5EF4-FFF2-40B4-BE49-F238E27FC236}">
                <a16:creationId xmlns:a16="http://schemas.microsoft.com/office/drawing/2014/main" id="{C36D0C33-9CF5-3B92-E9FE-94B9B241A0E8}"/>
              </a:ext>
            </a:extLst>
          </p:cNvPr>
          <p:cNvSpPr/>
          <p:nvPr/>
        </p:nvSpPr>
        <p:spPr>
          <a:xfrm>
            <a:off x="609600" y="2717800"/>
            <a:ext cx="10972800" cy="381000"/>
          </a:xfrm>
          <a:prstGeom prst="roundRect">
            <a:avLst>
              <a:gd name="adj" fmla="val 6667"/>
            </a:avLst>
          </a:prstGeom>
          <a:solidFill>
            <a:srgbClr val="D4D3F1"/>
          </a:solidFill>
          <a:ln/>
        </p:spPr>
        <p:txBody>
          <a:bodyPr/>
          <a:lstStyle/>
          <a:p>
            <a:endParaRPr lang="en-IN"/>
          </a:p>
        </p:txBody>
      </p:sp>
      <p:sp>
        <p:nvSpPr>
          <p:cNvPr id="37" name="Shape 14">
            <a:extLst>
              <a:ext uri="{FF2B5EF4-FFF2-40B4-BE49-F238E27FC236}">
                <a16:creationId xmlns:a16="http://schemas.microsoft.com/office/drawing/2014/main" id="{831C2C6D-E99F-5F1E-87C6-58F6A7E33AC2}"/>
              </a:ext>
            </a:extLst>
          </p:cNvPr>
          <p:cNvSpPr/>
          <p:nvPr/>
        </p:nvSpPr>
        <p:spPr>
          <a:xfrm>
            <a:off x="609600" y="2717800"/>
            <a:ext cx="10972800" cy="381000"/>
          </a:xfrm>
          <a:custGeom>
            <a:avLst/>
            <a:gdLst/>
            <a:ahLst/>
            <a:cxnLst/>
            <a:rect l="l" t="t" r="r" b="b"/>
            <a:pathLst>
              <a:path w="10972800" h="381000">
                <a:moveTo>
                  <a:pt x="38100" y="381000"/>
                </a:moveTo>
                <a:lnTo>
                  <a:pt x="25400" y="381000"/>
                </a:lnTo>
                <a:arcTo wR="25400" hR="25400" stAng="5400000" swAng="5400000"/>
                <a:lnTo>
                  <a:pt x="0" y="25400"/>
                </a:lnTo>
                <a:arcTo wR="25400" hR="25400" stAng="10800000" swAng="5400000"/>
                <a:lnTo>
                  <a:pt x="38100" y="0"/>
                </a:lnTo>
                <a:lnTo>
                  <a:pt x="38100" y="381000"/>
                </a:lnTo>
                <a:close/>
              </a:path>
            </a:pathLst>
          </a:custGeom>
          <a:solidFill>
            <a:srgbClr val="4A7A2E"/>
          </a:solidFill>
          <a:ln/>
        </p:spPr>
        <p:txBody>
          <a:bodyPr/>
          <a:lstStyle/>
          <a:p>
            <a:endParaRPr lang="en-IN"/>
          </a:p>
        </p:txBody>
      </p:sp>
      <p:sp>
        <p:nvSpPr>
          <p:cNvPr id="39" name="Text 15">
            <a:extLst>
              <a:ext uri="{FF2B5EF4-FFF2-40B4-BE49-F238E27FC236}">
                <a16:creationId xmlns:a16="http://schemas.microsoft.com/office/drawing/2014/main" id="{D51A1A2C-3FB0-BDB5-75B0-8DA79595DD07}"/>
              </a:ext>
            </a:extLst>
          </p:cNvPr>
          <p:cNvSpPr/>
          <p:nvPr/>
        </p:nvSpPr>
        <p:spPr>
          <a:xfrm>
            <a:off x="800100" y="2806700"/>
            <a:ext cx="10948797"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Domain knowledge to apply:</a:t>
            </a:r>
            <a:r>
              <a:rPr lang="en-US" sz="1200" dirty="0">
                <a:solidFill>
                  <a:srgbClr val="1E2A38"/>
                </a:solidFill>
                <a:latin typeface="Source Sans 3" pitchFamily="34" charset="0"/>
                <a:ea typeface="Source Sans 3" pitchFamily="34" charset="-122"/>
                <a:cs typeface="Source Sans 3" pitchFamily="34" charset="-120"/>
              </a:rPr>
              <a:t> FNOL, surveyor assessment, depreciation and deductibles, cashless vs reimbursement claims, regulator settlement timelines.</a:t>
            </a:r>
            <a:endParaRPr lang="en-US" sz="1200" dirty="0"/>
          </a:p>
        </p:txBody>
      </p:sp>
      <p:sp>
        <p:nvSpPr>
          <p:cNvPr id="41" name="Text 16">
            <a:extLst>
              <a:ext uri="{FF2B5EF4-FFF2-40B4-BE49-F238E27FC236}">
                <a16:creationId xmlns:a16="http://schemas.microsoft.com/office/drawing/2014/main" id="{1D038075-21C7-72C4-E48F-C081D13F7959}"/>
              </a:ext>
            </a:extLst>
          </p:cNvPr>
          <p:cNvSpPr/>
          <p:nvPr/>
        </p:nvSpPr>
        <p:spPr>
          <a:xfrm>
            <a:off x="609600" y="32385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70C0"/>
                </a:solidFill>
                <a:latin typeface="Source Sans 3" pitchFamily="34" charset="0"/>
                <a:ea typeface="Source Sans 3" pitchFamily="34" charset="-122"/>
                <a:cs typeface="Source Sans 3" pitchFamily="34" charset="-120"/>
              </a:rPr>
              <a:t>Platform elements to include</a:t>
            </a:r>
            <a:endParaRPr lang="en-US" sz="1500" dirty="0">
              <a:solidFill>
                <a:srgbClr val="0070C0"/>
              </a:solidFill>
            </a:endParaRPr>
          </a:p>
        </p:txBody>
      </p:sp>
      <p:sp>
        <p:nvSpPr>
          <p:cNvPr id="43" name="Text 17">
            <a:extLst>
              <a:ext uri="{FF2B5EF4-FFF2-40B4-BE49-F238E27FC236}">
                <a16:creationId xmlns:a16="http://schemas.microsoft.com/office/drawing/2014/main" id="{B8F1B239-CBE4-4CBA-3175-E97668649D23}"/>
              </a:ext>
            </a:extLst>
          </p:cNvPr>
          <p:cNvSpPr/>
          <p:nvPr/>
        </p:nvSpPr>
        <p:spPr>
          <a:xfrm>
            <a:off x="609600" y="35560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Portal &amp; Mobile App:</a:t>
            </a:r>
            <a:r>
              <a:rPr lang="en-US" sz="1200" dirty="0">
                <a:solidFill>
                  <a:srgbClr val="1E2A38"/>
                </a:solidFill>
                <a:latin typeface="Source Sans 3" pitchFamily="34" charset="0"/>
                <a:ea typeface="Source Sans 3" pitchFamily="34" charset="-122"/>
                <a:cs typeface="Source Sans 3" pitchFamily="34" charset="-120"/>
              </a:rPr>
              <a:t> Policyholders report accidents with photos and location</a:t>
            </a:r>
            <a:endParaRPr lang="en-US" sz="1200" dirty="0"/>
          </a:p>
        </p:txBody>
      </p:sp>
      <p:sp>
        <p:nvSpPr>
          <p:cNvPr id="45" name="Text 18">
            <a:extLst>
              <a:ext uri="{FF2B5EF4-FFF2-40B4-BE49-F238E27FC236}">
                <a16:creationId xmlns:a16="http://schemas.microsoft.com/office/drawing/2014/main" id="{7956A276-FBD0-3A04-835D-77F2C10F0BC9}"/>
              </a:ext>
            </a:extLst>
          </p:cNvPr>
          <p:cNvSpPr/>
          <p:nvPr/>
        </p:nvSpPr>
        <p:spPr>
          <a:xfrm>
            <a:off x="609600" y="38481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Custom Tables:</a:t>
            </a:r>
            <a:r>
              <a:rPr lang="en-US" sz="1200" dirty="0">
                <a:solidFill>
                  <a:srgbClr val="1E2A38"/>
                </a:solidFill>
                <a:latin typeface="Source Sans 3" pitchFamily="34" charset="0"/>
                <a:ea typeface="Source Sans 3" pitchFamily="34" charset="-122"/>
                <a:cs typeface="Source Sans 3" pitchFamily="34" charset="-120"/>
              </a:rPr>
              <a:t> Policies, claims, vehicles, surveyors, garages and estimates</a:t>
            </a:r>
            <a:endParaRPr lang="en-US" sz="1200" dirty="0"/>
          </a:p>
        </p:txBody>
      </p:sp>
      <p:sp>
        <p:nvSpPr>
          <p:cNvPr id="47" name="Text 19">
            <a:extLst>
              <a:ext uri="{FF2B5EF4-FFF2-40B4-BE49-F238E27FC236}">
                <a16:creationId xmlns:a16="http://schemas.microsoft.com/office/drawing/2014/main" id="{7B1E8AFE-7CA4-8C3C-E18B-E81EA9E69F77}"/>
              </a:ext>
            </a:extLst>
          </p:cNvPr>
          <p:cNvSpPr/>
          <p:nvPr/>
        </p:nvSpPr>
        <p:spPr>
          <a:xfrm>
            <a:off x="609600" y="4140200"/>
            <a:ext cx="5494020" cy="4318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Workflows &amp; Approvals:</a:t>
            </a:r>
            <a:r>
              <a:rPr lang="en-US" sz="1200" dirty="0">
                <a:solidFill>
                  <a:srgbClr val="1E2A38"/>
                </a:solidFill>
                <a:latin typeface="Source Sans 3" pitchFamily="34" charset="0"/>
                <a:ea typeface="Source Sans 3" pitchFamily="34" charset="-122"/>
                <a:cs typeface="Source Sans 3" pitchFamily="34" charset="-120"/>
              </a:rPr>
              <a:t> Surveyor assignment, estimate approval by authority limit, settlement</a:t>
            </a:r>
            <a:endParaRPr lang="en-US" sz="1200" dirty="0"/>
          </a:p>
        </p:txBody>
      </p:sp>
      <p:sp>
        <p:nvSpPr>
          <p:cNvPr id="49" name="Text 20">
            <a:extLst>
              <a:ext uri="{FF2B5EF4-FFF2-40B4-BE49-F238E27FC236}">
                <a16:creationId xmlns:a16="http://schemas.microsoft.com/office/drawing/2014/main" id="{80D3C154-0A89-3C33-C1B1-A9BC691A00CD}"/>
              </a:ext>
            </a:extLst>
          </p:cNvPr>
          <p:cNvSpPr/>
          <p:nvPr/>
        </p:nvSpPr>
        <p:spPr>
          <a:xfrm>
            <a:off x="609600" y="46355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Dashboards:</a:t>
            </a:r>
            <a:r>
              <a:rPr lang="en-US" sz="1200" dirty="0">
                <a:solidFill>
                  <a:srgbClr val="1E2A38"/>
                </a:solidFill>
                <a:latin typeface="Source Sans 3" pitchFamily="34" charset="0"/>
                <a:ea typeface="Source Sans 3" pitchFamily="34" charset="-122"/>
                <a:cs typeface="Source Sans 3" pitchFamily="34" charset="-120"/>
              </a:rPr>
              <a:t> Claim ageing, settlement ratio and surveyor turnaround</a:t>
            </a:r>
            <a:endParaRPr lang="en-US" sz="1200" dirty="0"/>
          </a:p>
        </p:txBody>
      </p:sp>
      <p:sp>
        <p:nvSpPr>
          <p:cNvPr id="51" name="Text 21">
            <a:extLst>
              <a:ext uri="{FF2B5EF4-FFF2-40B4-BE49-F238E27FC236}">
                <a16:creationId xmlns:a16="http://schemas.microsoft.com/office/drawing/2014/main" id="{A3C52B60-40E7-13A0-72DE-FDD9D53894B4}"/>
              </a:ext>
            </a:extLst>
          </p:cNvPr>
          <p:cNvSpPr/>
          <p:nvPr/>
        </p:nvSpPr>
        <p:spPr>
          <a:xfrm>
            <a:off x="6248400" y="32385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B0F0"/>
                </a:solidFill>
                <a:latin typeface="Source Sans 3" pitchFamily="34" charset="0"/>
                <a:ea typeface="Source Sans 3" pitchFamily="34" charset="-122"/>
                <a:cs typeface="Source Sans 3" pitchFamily="34" charset="-120"/>
              </a:rPr>
              <a:t>Now Assist elements to include</a:t>
            </a:r>
            <a:endParaRPr lang="en-US" sz="1500" dirty="0">
              <a:solidFill>
                <a:srgbClr val="00B0F0"/>
              </a:solidFill>
            </a:endParaRPr>
          </a:p>
        </p:txBody>
      </p:sp>
      <p:sp>
        <p:nvSpPr>
          <p:cNvPr id="53" name="Text 22">
            <a:extLst>
              <a:ext uri="{FF2B5EF4-FFF2-40B4-BE49-F238E27FC236}">
                <a16:creationId xmlns:a16="http://schemas.microsoft.com/office/drawing/2014/main" id="{4BE6E911-EA5B-5B60-0803-664757A5760D}"/>
              </a:ext>
            </a:extLst>
          </p:cNvPr>
          <p:cNvSpPr/>
          <p:nvPr/>
        </p:nvSpPr>
        <p:spPr>
          <a:xfrm>
            <a:off x="6248400" y="3556000"/>
            <a:ext cx="5494020" cy="4318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Document Intelligence:</a:t>
            </a:r>
            <a:r>
              <a:rPr lang="en-US" sz="1200" dirty="0">
                <a:solidFill>
                  <a:srgbClr val="1E2A38"/>
                </a:solidFill>
                <a:latin typeface="Source Sans 3" pitchFamily="34" charset="0"/>
                <a:ea typeface="Source Sans 3" pitchFamily="34" charset="-122"/>
                <a:cs typeface="Source Sans 3" pitchFamily="34" charset="-120"/>
              </a:rPr>
              <a:t> Extract fields from estimates, RC and licence into the claim record</a:t>
            </a:r>
            <a:endParaRPr lang="en-US" sz="1200" dirty="0"/>
          </a:p>
        </p:txBody>
      </p:sp>
      <p:sp>
        <p:nvSpPr>
          <p:cNvPr id="55" name="Text 23">
            <a:extLst>
              <a:ext uri="{FF2B5EF4-FFF2-40B4-BE49-F238E27FC236}">
                <a16:creationId xmlns:a16="http://schemas.microsoft.com/office/drawing/2014/main" id="{7889E089-F506-1971-B34B-8492F15F1C6C}"/>
              </a:ext>
            </a:extLst>
          </p:cNvPr>
          <p:cNvSpPr/>
          <p:nvPr/>
        </p:nvSpPr>
        <p:spPr>
          <a:xfrm>
            <a:off x="6248400" y="40513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Claim Summarization:</a:t>
            </a:r>
            <a:r>
              <a:rPr lang="en-US" sz="1200" dirty="0">
                <a:solidFill>
                  <a:srgbClr val="1E2A38"/>
                </a:solidFill>
                <a:latin typeface="Source Sans 3" pitchFamily="34" charset="0"/>
                <a:ea typeface="Source Sans 3" pitchFamily="34" charset="-122"/>
                <a:cs typeface="Source Sans 3" pitchFamily="34" charset="-120"/>
              </a:rPr>
              <a:t> Summarize claim notes and surveyor report for the adjuster</a:t>
            </a:r>
            <a:endParaRPr lang="en-US" sz="1200" dirty="0"/>
          </a:p>
        </p:txBody>
      </p:sp>
      <p:sp>
        <p:nvSpPr>
          <p:cNvPr id="57" name="Text 24">
            <a:extLst>
              <a:ext uri="{FF2B5EF4-FFF2-40B4-BE49-F238E27FC236}">
                <a16:creationId xmlns:a16="http://schemas.microsoft.com/office/drawing/2014/main" id="{863BC793-E2F6-34EB-9052-A3FE42A76C9E}"/>
              </a:ext>
            </a:extLst>
          </p:cNvPr>
          <p:cNvSpPr/>
          <p:nvPr/>
        </p:nvSpPr>
        <p:spPr>
          <a:xfrm>
            <a:off x="6248400" y="4343400"/>
            <a:ext cx="5494020" cy="4318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Now Assist Skill Kit:</a:t>
            </a:r>
            <a:r>
              <a:rPr lang="en-US" sz="1200" dirty="0">
                <a:solidFill>
                  <a:srgbClr val="1E2A38"/>
                </a:solidFill>
                <a:latin typeface="Source Sans 3" pitchFamily="34" charset="0"/>
                <a:ea typeface="Source Sans 3" pitchFamily="34" charset="-122"/>
                <a:cs typeface="Source Sans 3" pitchFamily="34" charset="-120"/>
              </a:rPr>
              <a:t> Custom skill that flags gaps between accident narrative and estimate</a:t>
            </a:r>
            <a:endParaRPr lang="en-US" sz="1200" dirty="0"/>
          </a:p>
        </p:txBody>
      </p:sp>
      <p:sp>
        <p:nvSpPr>
          <p:cNvPr id="59" name="Text 25">
            <a:extLst>
              <a:ext uri="{FF2B5EF4-FFF2-40B4-BE49-F238E27FC236}">
                <a16:creationId xmlns:a16="http://schemas.microsoft.com/office/drawing/2014/main" id="{F8BF708D-EE92-3855-7735-8280CEE4544D}"/>
              </a:ext>
            </a:extLst>
          </p:cNvPr>
          <p:cNvSpPr/>
          <p:nvPr/>
        </p:nvSpPr>
        <p:spPr>
          <a:xfrm>
            <a:off x="6248400" y="4838700"/>
            <a:ext cx="5494020" cy="4318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Customer Messaging:</a:t>
            </a:r>
            <a:r>
              <a:rPr lang="en-US" sz="1200" dirty="0">
                <a:solidFill>
                  <a:srgbClr val="1E2A38"/>
                </a:solidFill>
                <a:latin typeface="Source Sans 3" pitchFamily="34" charset="0"/>
                <a:ea typeface="Source Sans 3" pitchFamily="34" charset="-122"/>
                <a:cs typeface="Source Sans 3" pitchFamily="34" charset="-120"/>
              </a:rPr>
              <a:t> Generate plain-language status updates and deficiency letters</a:t>
            </a:r>
            <a:endParaRPr lang="en-US" sz="1200" dirty="0"/>
          </a:p>
        </p:txBody>
      </p:sp>
    </p:spTree>
    <p:extLst>
      <p:ext uri="{BB962C8B-B14F-4D97-AF65-F5344CB8AC3E}">
        <p14:creationId xmlns:p14="http://schemas.microsoft.com/office/powerpoint/2010/main" val="4260134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C1A88-B97A-328A-9F46-8AD2D4C7F82D}"/>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5546C3FD-B335-07D1-9077-C8FA918D82C2}"/>
              </a:ext>
            </a:extLst>
          </p:cNvPr>
          <p:cNvSpPr/>
          <p:nvPr/>
        </p:nvSpPr>
        <p:spPr>
          <a:xfrm>
            <a:off x="609600" y="457200"/>
            <a:ext cx="1009055"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1"/>
                </a:solidFill>
                <a:latin typeface="Source Sans 3" pitchFamily="34" charset="0"/>
                <a:ea typeface="Source Sans 3" pitchFamily="34" charset="-122"/>
                <a:cs typeface="Source Sans 3" pitchFamily="34" charset="-120"/>
              </a:rPr>
              <a:t>PROBLEM 03</a:t>
            </a:r>
            <a:endParaRPr lang="en-US" sz="1200" dirty="0"/>
          </a:p>
        </p:txBody>
      </p:sp>
      <p:sp>
        <p:nvSpPr>
          <p:cNvPr id="5" name="Shape 1">
            <a:extLst>
              <a:ext uri="{FF2B5EF4-FFF2-40B4-BE49-F238E27FC236}">
                <a16:creationId xmlns:a16="http://schemas.microsoft.com/office/drawing/2014/main" id="{7D62DCA4-0BCF-2AA7-1ACB-E60D5D7E4889}"/>
              </a:ext>
            </a:extLst>
          </p:cNvPr>
          <p:cNvSpPr/>
          <p:nvPr/>
        </p:nvSpPr>
        <p:spPr>
          <a:xfrm>
            <a:off x="7270948" y="406400"/>
            <a:ext cx="1736923" cy="311150"/>
          </a:xfrm>
          <a:prstGeom prst="roundRect">
            <a:avLst>
              <a:gd name="adj" fmla="val 20408"/>
            </a:avLst>
          </a:prstGeom>
          <a:solidFill>
            <a:srgbClr val="0070C0"/>
          </a:solidFill>
          <a:ln/>
        </p:spPr>
        <p:txBody>
          <a:bodyPr/>
          <a:lstStyle/>
          <a:p>
            <a:endParaRPr lang="en-IN"/>
          </a:p>
        </p:txBody>
      </p:sp>
      <p:sp>
        <p:nvSpPr>
          <p:cNvPr id="7" name="Text 2">
            <a:extLst>
              <a:ext uri="{FF2B5EF4-FFF2-40B4-BE49-F238E27FC236}">
                <a16:creationId xmlns:a16="http://schemas.microsoft.com/office/drawing/2014/main" id="{72895BC2-92F2-2709-6698-43A92C2940C7}"/>
              </a:ext>
            </a:extLst>
          </p:cNvPr>
          <p:cNvSpPr/>
          <p:nvPr/>
        </p:nvSpPr>
        <p:spPr>
          <a:xfrm>
            <a:off x="7448748" y="457200"/>
            <a:ext cx="143212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ServiceNow Platform</a:t>
            </a:r>
            <a:endParaRPr lang="en-US" sz="1200" dirty="0"/>
          </a:p>
        </p:txBody>
      </p:sp>
      <p:sp>
        <p:nvSpPr>
          <p:cNvPr id="9" name="Shape 3">
            <a:extLst>
              <a:ext uri="{FF2B5EF4-FFF2-40B4-BE49-F238E27FC236}">
                <a16:creationId xmlns:a16="http://schemas.microsoft.com/office/drawing/2014/main" id="{E77091C9-8154-B820-A453-82D9ECCF2314}"/>
              </a:ext>
            </a:extLst>
          </p:cNvPr>
          <p:cNvSpPr/>
          <p:nvPr/>
        </p:nvSpPr>
        <p:spPr>
          <a:xfrm>
            <a:off x="9109472" y="406400"/>
            <a:ext cx="1059755" cy="311150"/>
          </a:xfrm>
          <a:prstGeom prst="roundRect">
            <a:avLst>
              <a:gd name="adj" fmla="val 20408"/>
            </a:avLst>
          </a:prstGeom>
          <a:solidFill>
            <a:srgbClr val="00B0F0"/>
          </a:solidFill>
          <a:ln/>
        </p:spPr>
        <p:txBody>
          <a:bodyPr/>
          <a:lstStyle/>
          <a:p>
            <a:endParaRPr lang="en-IN"/>
          </a:p>
        </p:txBody>
      </p:sp>
      <p:sp>
        <p:nvSpPr>
          <p:cNvPr id="11" name="Text 4">
            <a:extLst>
              <a:ext uri="{FF2B5EF4-FFF2-40B4-BE49-F238E27FC236}">
                <a16:creationId xmlns:a16="http://schemas.microsoft.com/office/drawing/2014/main" id="{1A08A1AD-D2F7-F073-0E80-84737682A29F}"/>
              </a:ext>
            </a:extLst>
          </p:cNvPr>
          <p:cNvSpPr/>
          <p:nvPr/>
        </p:nvSpPr>
        <p:spPr>
          <a:xfrm>
            <a:off x="9287272" y="457200"/>
            <a:ext cx="754955"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Now Assist</a:t>
            </a:r>
            <a:endParaRPr lang="en-US" sz="1200" dirty="0"/>
          </a:p>
        </p:txBody>
      </p:sp>
      <p:sp>
        <p:nvSpPr>
          <p:cNvPr id="13" name="Shape 5">
            <a:extLst>
              <a:ext uri="{FF2B5EF4-FFF2-40B4-BE49-F238E27FC236}">
                <a16:creationId xmlns:a16="http://schemas.microsoft.com/office/drawing/2014/main" id="{2B8793A6-1C2A-935B-DCAA-23D80701DB1E}"/>
              </a:ext>
            </a:extLst>
          </p:cNvPr>
          <p:cNvSpPr/>
          <p:nvPr/>
        </p:nvSpPr>
        <p:spPr>
          <a:xfrm>
            <a:off x="10270827" y="406400"/>
            <a:ext cx="1311573" cy="311150"/>
          </a:xfrm>
          <a:prstGeom prst="roundRect">
            <a:avLst>
              <a:gd name="adj" fmla="val 20408"/>
            </a:avLst>
          </a:prstGeom>
          <a:solidFill>
            <a:srgbClr val="00828E"/>
          </a:solidFill>
          <a:ln/>
        </p:spPr>
        <p:txBody>
          <a:bodyPr/>
          <a:lstStyle/>
          <a:p>
            <a:endParaRPr lang="en-IN"/>
          </a:p>
        </p:txBody>
      </p:sp>
      <p:sp>
        <p:nvSpPr>
          <p:cNvPr id="15" name="Text 6">
            <a:extLst>
              <a:ext uri="{FF2B5EF4-FFF2-40B4-BE49-F238E27FC236}">
                <a16:creationId xmlns:a16="http://schemas.microsoft.com/office/drawing/2014/main" id="{21A10E8B-7AFC-260E-7924-E33F16314329}"/>
              </a:ext>
            </a:extLst>
          </p:cNvPr>
          <p:cNvSpPr/>
          <p:nvPr/>
        </p:nvSpPr>
        <p:spPr>
          <a:xfrm>
            <a:off x="10448627" y="457200"/>
            <a:ext cx="100677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Manufacturing</a:t>
            </a:r>
            <a:endParaRPr lang="en-US" sz="1200" dirty="0"/>
          </a:p>
        </p:txBody>
      </p:sp>
      <p:sp>
        <p:nvSpPr>
          <p:cNvPr id="17" name="Shape 7">
            <a:extLst>
              <a:ext uri="{FF2B5EF4-FFF2-40B4-BE49-F238E27FC236}">
                <a16:creationId xmlns:a16="http://schemas.microsoft.com/office/drawing/2014/main" id="{75063732-8EE4-FDF4-21AF-15B88D590CF8}"/>
              </a:ext>
            </a:extLst>
          </p:cNvPr>
          <p:cNvSpPr/>
          <p:nvPr/>
        </p:nvSpPr>
        <p:spPr>
          <a:xfrm>
            <a:off x="609600" y="857250"/>
            <a:ext cx="10972800" cy="628650"/>
          </a:xfrm>
          <a:prstGeom prst="roundRect">
            <a:avLst>
              <a:gd name="adj" fmla="val 6061"/>
            </a:avLst>
          </a:prstGeom>
          <a:solidFill>
            <a:srgbClr val="00828E"/>
          </a:solidFill>
          <a:ln/>
        </p:spPr>
        <p:txBody>
          <a:bodyPr/>
          <a:lstStyle/>
          <a:p>
            <a:endParaRPr lang="en-IN"/>
          </a:p>
        </p:txBody>
      </p:sp>
      <p:sp>
        <p:nvSpPr>
          <p:cNvPr id="19" name="Text 8">
            <a:extLst>
              <a:ext uri="{FF2B5EF4-FFF2-40B4-BE49-F238E27FC236}">
                <a16:creationId xmlns:a16="http://schemas.microsoft.com/office/drawing/2014/main" id="{A83194E2-D020-F138-133C-149DBDE22FD1}"/>
              </a:ext>
            </a:extLst>
          </p:cNvPr>
          <p:cNvSpPr/>
          <p:nvPr/>
        </p:nvSpPr>
        <p:spPr>
          <a:xfrm>
            <a:off x="706628" y="984250"/>
            <a:ext cx="10778744" cy="400050"/>
          </a:xfrm>
          <a:prstGeom prst="rect">
            <a:avLst/>
          </a:prstGeom>
          <a:noFill/>
          <a:ln/>
        </p:spPr>
        <p:txBody>
          <a:bodyPr wrap="square" lIns="0" tIns="0" rIns="0" bIns="0" rtlCol="0" anchor="t">
            <a:normAutofit/>
          </a:bodyPr>
          <a:lstStyle/>
          <a:p>
            <a:pPr marL="0" indent="0" algn="ctr">
              <a:lnSpc>
                <a:spcPts val="2990"/>
              </a:lnSpc>
              <a:buNone/>
            </a:pPr>
            <a:r>
              <a:rPr lang="en-US" sz="2600" b="1" dirty="0">
                <a:solidFill>
                  <a:srgbClr val="FBFAF7"/>
                </a:solidFill>
                <a:latin typeface="Source Sans 3" pitchFamily="34" charset="0"/>
                <a:ea typeface="Source Sans 3" pitchFamily="34" charset="-122"/>
                <a:cs typeface="Source Sans 3" pitchFamily="34" charset="-120"/>
              </a:rPr>
              <a:t>Manufacturing – Shop-floor Maintenance &amp; Incidents</a:t>
            </a:r>
            <a:endParaRPr lang="en-US" sz="2600" dirty="0"/>
          </a:p>
        </p:txBody>
      </p:sp>
      <p:sp>
        <p:nvSpPr>
          <p:cNvPr id="21" name="Text 9">
            <a:extLst>
              <a:ext uri="{FF2B5EF4-FFF2-40B4-BE49-F238E27FC236}">
                <a16:creationId xmlns:a16="http://schemas.microsoft.com/office/drawing/2014/main" id="{98EB9965-1A1C-340A-8618-5306119A081E}"/>
              </a:ext>
            </a:extLst>
          </p:cNvPr>
          <p:cNvSpPr/>
          <p:nvPr/>
        </p:nvSpPr>
        <p:spPr>
          <a:xfrm>
            <a:off x="609600" y="16256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A38"/>
                </a:solidFill>
                <a:latin typeface="Source Sans 3" pitchFamily="34" charset="0"/>
                <a:ea typeface="Source Sans 3" pitchFamily="34" charset="-122"/>
                <a:cs typeface="Source Sans 3" pitchFamily="34" charset="-120"/>
              </a:rPr>
              <a:t>Background</a:t>
            </a:r>
            <a:endParaRPr lang="en-US" sz="1500" dirty="0"/>
          </a:p>
        </p:txBody>
      </p:sp>
      <p:sp>
        <p:nvSpPr>
          <p:cNvPr id="23" name="Text 10">
            <a:extLst>
              <a:ext uri="{FF2B5EF4-FFF2-40B4-BE49-F238E27FC236}">
                <a16:creationId xmlns:a16="http://schemas.microsoft.com/office/drawing/2014/main" id="{C375D8B8-E0E5-BF56-8EAD-3C636D54574B}"/>
              </a:ext>
            </a:extLst>
          </p:cNvPr>
          <p:cNvSpPr/>
          <p:nvPr/>
        </p:nvSpPr>
        <p:spPr>
          <a:xfrm>
            <a:off x="609600" y="1892300"/>
            <a:ext cx="5494020"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1"/>
                </a:solidFill>
                <a:latin typeface="Source Sans 3" pitchFamily="34" charset="0"/>
                <a:ea typeface="Source Sans 3" pitchFamily="34" charset="-122"/>
                <a:cs typeface="Source Sans 3" pitchFamily="34" charset="-120"/>
              </a:rPr>
              <a:t>Plants track breakdowns, safety observations and quality issues in paper logs, chat groups and spreadsheets. Shift handovers lose context and repeat failures go unnoticed.</a:t>
            </a:r>
            <a:endParaRPr lang="en-US" sz="1300" dirty="0"/>
          </a:p>
        </p:txBody>
      </p:sp>
      <p:sp>
        <p:nvSpPr>
          <p:cNvPr id="25" name="Text 11">
            <a:extLst>
              <a:ext uri="{FF2B5EF4-FFF2-40B4-BE49-F238E27FC236}">
                <a16:creationId xmlns:a16="http://schemas.microsoft.com/office/drawing/2014/main" id="{A5B0C89B-64EE-C449-11E1-8FDFE0189C80}"/>
              </a:ext>
            </a:extLst>
          </p:cNvPr>
          <p:cNvSpPr/>
          <p:nvPr/>
        </p:nvSpPr>
        <p:spPr>
          <a:xfrm>
            <a:off x="6248400" y="16256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A38"/>
                </a:solidFill>
                <a:latin typeface="Source Sans 3" pitchFamily="34" charset="0"/>
                <a:ea typeface="Source Sans 3" pitchFamily="34" charset="-122"/>
                <a:cs typeface="Source Sans 3" pitchFamily="34" charset="-120"/>
              </a:rPr>
              <a:t>Objective</a:t>
            </a:r>
            <a:endParaRPr lang="en-US" sz="1500" dirty="0"/>
          </a:p>
        </p:txBody>
      </p:sp>
      <p:sp>
        <p:nvSpPr>
          <p:cNvPr id="27" name="Text 12">
            <a:extLst>
              <a:ext uri="{FF2B5EF4-FFF2-40B4-BE49-F238E27FC236}">
                <a16:creationId xmlns:a16="http://schemas.microsoft.com/office/drawing/2014/main" id="{D7D4407D-CD9B-E00A-3355-86505CFF28C4}"/>
              </a:ext>
            </a:extLst>
          </p:cNvPr>
          <p:cNvSpPr/>
          <p:nvPr/>
        </p:nvSpPr>
        <p:spPr>
          <a:xfrm>
            <a:off x="6248400" y="1892300"/>
            <a:ext cx="5494020"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1"/>
                </a:solidFill>
                <a:latin typeface="Source Sans 3" pitchFamily="34" charset="0"/>
                <a:ea typeface="Source Sans 3" pitchFamily="34" charset="-122"/>
                <a:cs typeface="Source Sans 3" pitchFamily="34" charset="-120"/>
              </a:rPr>
              <a:t>Build a shop-floor service platform that captures breakdowns and safety events, routes them to maintenance crews, tracks downtime and uses Now Assist to preserve knowledge across shifts.</a:t>
            </a:r>
            <a:endParaRPr lang="en-US" sz="1300" dirty="0"/>
          </a:p>
        </p:txBody>
      </p:sp>
      <p:sp>
        <p:nvSpPr>
          <p:cNvPr id="29" name="Shape 13">
            <a:extLst>
              <a:ext uri="{FF2B5EF4-FFF2-40B4-BE49-F238E27FC236}">
                <a16:creationId xmlns:a16="http://schemas.microsoft.com/office/drawing/2014/main" id="{15293CF3-D8C9-0A33-97C3-896147EFA8DB}"/>
              </a:ext>
            </a:extLst>
          </p:cNvPr>
          <p:cNvSpPr/>
          <p:nvPr/>
        </p:nvSpPr>
        <p:spPr>
          <a:xfrm>
            <a:off x="609600" y="2717800"/>
            <a:ext cx="10972800" cy="381000"/>
          </a:xfrm>
          <a:prstGeom prst="roundRect">
            <a:avLst>
              <a:gd name="adj" fmla="val 6667"/>
            </a:avLst>
          </a:prstGeom>
          <a:solidFill>
            <a:srgbClr val="D4D3F1"/>
          </a:solidFill>
          <a:ln/>
        </p:spPr>
        <p:txBody>
          <a:bodyPr/>
          <a:lstStyle/>
          <a:p>
            <a:endParaRPr lang="en-IN"/>
          </a:p>
        </p:txBody>
      </p:sp>
      <p:sp>
        <p:nvSpPr>
          <p:cNvPr id="31" name="Shape 14">
            <a:extLst>
              <a:ext uri="{FF2B5EF4-FFF2-40B4-BE49-F238E27FC236}">
                <a16:creationId xmlns:a16="http://schemas.microsoft.com/office/drawing/2014/main" id="{81460002-25C2-4642-161C-489A44D24427}"/>
              </a:ext>
            </a:extLst>
          </p:cNvPr>
          <p:cNvSpPr/>
          <p:nvPr/>
        </p:nvSpPr>
        <p:spPr>
          <a:xfrm>
            <a:off x="609600" y="2717800"/>
            <a:ext cx="10972800" cy="381000"/>
          </a:xfrm>
          <a:custGeom>
            <a:avLst/>
            <a:gdLst/>
            <a:ahLst/>
            <a:cxnLst/>
            <a:rect l="l" t="t" r="r" b="b"/>
            <a:pathLst>
              <a:path w="10972800" h="381000">
                <a:moveTo>
                  <a:pt x="38100" y="381000"/>
                </a:moveTo>
                <a:lnTo>
                  <a:pt x="25400" y="381000"/>
                </a:lnTo>
                <a:arcTo wR="25400" hR="25400" stAng="5400000" swAng="5400000"/>
                <a:lnTo>
                  <a:pt x="0" y="25400"/>
                </a:lnTo>
                <a:arcTo wR="25400" hR="25400" stAng="10800000" swAng="5400000"/>
                <a:lnTo>
                  <a:pt x="38100" y="0"/>
                </a:lnTo>
                <a:lnTo>
                  <a:pt x="38100" y="381000"/>
                </a:lnTo>
                <a:close/>
              </a:path>
            </a:pathLst>
          </a:custGeom>
          <a:solidFill>
            <a:srgbClr val="4A7A2E"/>
          </a:solidFill>
          <a:ln/>
        </p:spPr>
        <p:txBody>
          <a:bodyPr/>
          <a:lstStyle/>
          <a:p>
            <a:endParaRPr lang="en-IN"/>
          </a:p>
        </p:txBody>
      </p:sp>
      <p:sp>
        <p:nvSpPr>
          <p:cNvPr id="33" name="Text 15">
            <a:extLst>
              <a:ext uri="{FF2B5EF4-FFF2-40B4-BE49-F238E27FC236}">
                <a16:creationId xmlns:a16="http://schemas.microsoft.com/office/drawing/2014/main" id="{83171146-D4E0-D230-930D-7E91AFC63EB9}"/>
              </a:ext>
            </a:extLst>
          </p:cNvPr>
          <p:cNvSpPr/>
          <p:nvPr/>
        </p:nvSpPr>
        <p:spPr>
          <a:xfrm>
            <a:off x="800100" y="2806700"/>
            <a:ext cx="10948797"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Domain knowledge to apply:</a:t>
            </a:r>
            <a:r>
              <a:rPr lang="en-US" sz="1200" dirty="0">
                <a:solidFill>
                  <a:srgbClr val="1E2A38"/>
                </a:solidFill>
                <a:latin typeface="Source Sans 3" pitchFamily="34" charset="0"/>
                <a:ea typeface="Source Sans 3" pitchFamily="34" charset="-122"/>
                <a:cs typeface="Source Sans 3" pitchFamily="34" charset="-120"/>
              </a:rPr>
              <a:t> OEE, MTTR/MTBF, preventive vs breakdown maintenance, lockout-tagout (LOTO), spare-part criticality.</a:t>
            </a:r>
            <a:endParaRPr lang="en-US" sz="1200" dirty="0"/>
          </a:p>
        </p:txBody>
      </p:sp>
      <p:sp>
        <p:nvSpPr>
          <p:cNvPr id="35" name="Text 16">
            <a:extLst>
              <a:ext uri="{FF2B5EF4-FFF2-40B4-BE49-F238E27FC236}">
                <a16:creationId xmlns:a16="http://schemas.microsoft.com/office/drawing/2014/main" id="{5397D6A0-48CE-FEB6-434E-63E2798F514E}"/>
              </a:ext>
            </a:extLst>
          </p:cNvPr>
          <p:cNvSpPr/>
          <p:nvPr/>
        </p:nvSpPr>
        <p:spPr>
          <a:xfrm>
            <a:off x="609600" y="32385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70C0"/>
                </a:solidFill>
                <a:latin typeface="Source Sans 3" pitchFamily="34" charset="0"/>
                <a:ea typeface="Source Sans 3" pitchFamily="34" charset="-122"/>
                <a:cs typeface="Source Sans 3" pitchFamily="34" charset="-120"/>
              </a:rPr>
              <a:t>Platform elements to include</a:t>
            </a:r>
            <a:endParaRPr lang="en-US" sz="1500" dirty="0">
              <a:solidFill>
                <a:srgbClr val="0070C0"/>
              </a:solidFill>
            </a:endParaRPr>
          </a:p>
        </p:txBody>
      </p:sp>
      <p:sp>
        <p:nvSpPr>
          <p:cNvPr id="37" name="Text 17">
            <a:extLst>
              <a:ext uri="{FF2B5EF4-FFF2-40B4-BE49-F238E27FC236}">
                <a16:creationId xmlns:a16="http://schemas.microsoft.com/office/drawing/2014/main" id="{E5C624D3-0058-D123-C4B1-02F2590E6AE7}"/>
              </a:ext>
            </a:extLst>
          </p:cNvPr>
          <p:cNvSpPr/>
          <p:nvPr/>
        </p:nvSpPr>
        <p:spPr>
          <a:xfrm>
            <a:off x="609600" y="35560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Mobile App:</a:t>
            </a:r>
            <a:r>
              <a:rPr lang="en-US" sz="1200" dirty="0">
                <a:solidFill>
                  <a:srgbClr val="1E2A38"/>
                </a:solidFill>
                <a:latin typeface="Source Sans 3" pitchFamily="34" charset="0"/>
                <a:ea typeface="Source Sans 3" pitchFamily="34" charset="-122"/>
                <a:cs typeface="Source Sans 3" pitchFamily="34" charset="-120"/>
              </a:rPr>
              <a:t> Operators log breakdowns by scanning a machine QR code</a:t>
            </a:r>
            <a:endParaRPr lang="en-US" sz="1200" dirty="0"/>
          </a:p>
        </p:txBody>
      </p:sp>
      <p:sp>
        <p:nvSpPr>
          <p:cNvPr id="39" name="Text 18">
            <a:extLst>
              <a:ext uri="{FF2B5EF4-FFF2-40B4-BE49-F238E27FC236}">
                <a16:creationId xmlns:a16="http://schemas.microsoft.com/office/drawing/2014/main" id="{BA6B08A6-A3D6-BC75-4DF8-2A7CD7B5A10E}"/>
              </a:ext>
            </a:extLst>
          </p:cNvPr>
          <p:cNvSpPr/>
          <p:nvPr/>
        </p:nvSpPr>
        <p:spPr>
          <a:xfrm>
            <a:off x="609600" y="38481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Custom Tables:</a:t>
            </a:r>
            <a:r>
              <a:rPr lang="en-US" sz="1200" dirty="0">
                <a:solidFill>
                  <a:srgbClr val="1E2A38"/>
                </a:solidFill>
                <a:latin typeface="Source Sans 3" pitchFamily="34" charset="0"/>
                <a:ea typeface="Source Sans 3" pitchFamily="34" charset="-122"/>
                <a:cs typeface="Source Sans 3" pitchFamily="34" charset="-120"/>
              </a:rPr>
              <a:t> Plants, lines, assets, work orders, spares and safety observations</a:t>
            </a:r>
            <a:endParaRPr lang="en-US" sz="1200" dirty="0"/>
          </a:p>
        </p:txBody>
      </p:sp>
      <p:sp>
        <p:nvSpPr>
          <p:cNvPr id="41" name="Text 19">
            <a:extLst>
              <a:ext uri="{FF2B5EF4-FFF2-40B4-BE49-F238E27FC236}">
                <a16:creationId xmlns:a16="http://schemas.microsoft.com/office/drawing/2014/main" id="{96A4ECEA-F0F2-D1DF-5FD7-B01D33EF0EE1}"/>
              </a:ext>
            </a:extLst>
          </p:cNvPr>
          <p:cNvSpPr/>
          <p:nvPr/>
        </p:nvSpPr>
        <p:spPr>
          <a:xfrm>
            <a:off x="609600" y="4140200"/>
            <a:ext cx="5067300" cy="4318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Workflows &amp; Approvals:</a:t>
            </a:r>
            <a:r>
              <a:rPr lang="en-US" sz="1200" dirty="0">
                <a:solidFill>
                  <a:srgbClr val="1E2A38"/>
                </a:solidFill>
                <a:latin typeface="Source Sans 3" pitchFamily="34" charset="0"/>
                <a:ea typeface="Source Sans 3" pitchFamily="34" charset="-122"/>
                <a:cs typeface="Source Sans 3" pitchFamily="34" charset="-120"/>
              </a:rPr>
              <a:t> Priority by line criticality, LOTO permits, downtime-based escalation</a:t>
            </a:r>
            <a:endParaRPr lang="en-US" sz="1200" dirty="0"/>
          </a:p>
        </p:txBody>
      </p:sp>
      <p:sp>
        <p:nvSpPr>
          <p:cNvPr id="43" name="Text 20">
            <a:extLst>
              <a:ext uri="{FF2B5EF4-FFF2-40B4-BE49-F238E27FC236}">
                <a16:creationId xmlns:a16="http://schemas.microsoft.com/office/drawing/2014/main" id="{7B6A6485-5E21-FF6E-84F7-7792E668B5B4}"/>
              </a:ext>
            </a:extLst>
          </p:cNvPr>
          <p:cNvSpPr/>
          <p:nvPr/>
        </p:nvSpPr>
        <p:spPr>
          <a:xfrm>
            <a:off x="609600" y="46355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Dashboards:</a:t>
            </a:r>
            <a:r>
              <a:rPr lang="en-US" sz="1200" dirty="0">
                <a:solidFill>
                  <a:srgbClr val="1E2A38"/>
                </a:solidFill>
                <a:latin typeface="Source Sans 3" pitchFamily="34" charset="0"/>
                <a:ea typeface="Source Sans 3" pitchFamily="34" charset="-122"/>
                <a:cs typeface="Source Sans 3" pitchFamily="34" charset="-120"/>
              </a:rPr>
              <a:t> Downtime by line, MTTR and top repeat failures</a:t>
            </a:r>
            <a:endParaRPr lang="en-US" sz="1200" dirty="0"/>
          </a:p>
        </p:txBody>
      </p:sp>
      <p:sp>
        <p:nvSpPr>
          <p:cNvPr id="45" name="Text 21">
            <a:extLst>
              <a:ext uri="{FF2B5EF4-FFF2-40B4-BE49-F238E27FC236}">
                <a16:creationId xmlns:a16="http://schemas.microsoft.com/office/drawing/2014/main" id="{04DA8B52-2857-EBE4-96CD-9DBD4CEA9725}"/>
              </a:ext>
            </a:extLst>
          </p:cNvPr>
          <p:cNvSpPr/>
          <p:nvPr/>
        </p:nvSpPr>
        <p:spPr>
          <a:xfrm>
            <a:off x="6248400" y="32385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B0F0"/>
                </a:solidFill>
                <a:latin typeface="Source Sans 3" pitchFamily="34" charset="0"/>
                <a:ea typeface="Source Sans 3" pitchFamily="34" charset="-122"/>
                <a:cs typeface="Source Sans 3" pitchFamily="34" charset="-120"/>
              </a:rPr>
              <a:t>Now Assist elements to include</a:t>
            </a:r>
            <a:endParaRPr lang="en-US" sz="1500" dirty="0">
              <a:solidFill>
                <a:srgbClr val="00B0F0"/>
              </a:solidFill>
            </a:endParaRPr>
          </a:p>
        </p:txBody>
      </p:sp>
      <p:sp>
        <p:nvSpPr>
          <p:cNvPr id="47" name="Text 22">
            <a:extLst>
              <a:ext uri="{FF2B5EF4-FFF2-40B4-BE49-F238E27FC236}">
                <a16:creationId xmlns:a16="http://schemas.microsoft.com/office/drawing/2014/main" id="{2639F620-C7E7-86A9-A3A1-8C4465709B5B}"/>
              </a:ext>
            </a:extLst>
          </p:cNvPr>
          <p:cNvSpPr/>
          <p:nvPr/>
        </p:nvSpPr>
        <p:spPr>
          <a:xfrm>
            <a:off x="6248400" y="3556000"/>
            <a:ext cx="5494020" cy="2794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Shift Handover Summary:</a:t>
            </a:r>
            <a:r>
              <a:rPr lang="en-US" sz="1200" dirty="0">
                <a:solidFill>
                  <a:srgbClr val="1E2A38"/>
                </a:solidFill>
                <a:latin typeface="Source Sans 3" pitchFamily="34" charset="0"/>
                <a:ea typeface="Source Sans 3" pitchFamily="34" charset="-122"/>
                <a:cs typeface="Source Sans 3" pitchFamily="34" charset="-120"/>
              </a:rPr>
              <a:t> Generate end-of-shift summary of open work orders and risks</a:t>
            </a:r>
            <a:endParaRPr lang="en-US" sz="1200" dirty="0"/>
          </a:p>
        </p:txBody>
      </p:sp>
      <p:sp>
        <p:nvSpPr>
          <p:cNvPr id="49" name="Text 23">
            <a:extLst>
              <a:ext uri="{FF2B5EF4-FFF2-40B4-BE49-F238E27FC236}">
                <a16:creationId xmlns:a16="http://schemas.microsoft.com/office/drawing/2014/main" id="{5F8E0F20-2A1C-7970-8396-F103C29F31B2}"/>
              </a:ext>
            </a:extLst>
          </p:cNvPr>
          <p:cNvSpPr/>
          <p:nvPr/>
        </p:nvSpPr>
        <p:spPr>
          <a:xfrm>
            <a:off x="6248400" y="3839025"/>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Knowledge Generation:</a:t>
            </a:r>
            <a:r>
              <a:rPr lang="en-US" sz="1200" dirty="0">
                <a:solidFill>
                  <a:srgbClr val="1E2A38"/>
                </a:solidFill>
                <a:latin typeface="Source Sans 3" pitchFamily="34" charset="0"/>
                <a:ea typeface="Source Sans 3" pitchFamily="34" charset="-122"/>
                <a:cs typeface="Source Sans 3" pitchFamily="34" charset="-120"/>
              </a:rPr>
              <a:t> Turn resolved work orders into troubleshooting articles</a:t>
            </a:r>
            <a:endParaRPr lang="en-US" sz="1200" dirty="0"/>
          </a:p>
        </p:txBody>
      </p:sp>
      <p:sp>
        <p:nvSpPr>
          <p:cNvPr id="51" name="Text 24">
            <a:extLst>
              <a:ext uri="{FF2B5EF4-FFF2-40B4-BE49-F238E27FC236}">
                <a16:creationId xmlns:a16="http://schemas.microsoft.com/office/drawing/2014/main" id="{0A35107A-44D3-D7BE-F583-C639EE38DEDC}"/>
              </a:ext>
            </a:extLst>
          </p:cNvPr>
          <p:cNvSpPr/>
          <p:nvPr/>
        </p:nvSpPr>
        <p:spPr>
          <a:xfrm>
            <a:off x="6248400" y="4131125"/>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AI Search:</a:t>
            </a:r>
            <a:r>
              <a:rPr lang="en-US" sz="1200" dirty="0">
                <a:solidFill>
                  <a:srgbClr val="1E2A38"/>
                </a:solidFill>
                <a:latin typeface="Source Sans 3" pitchFamily="34" charset="0"/>
                <a:ea typeface="Source Sans 3" pitchFamily="34" charset="-122"/>
                <a:cs typeface="Source Sans 3" pitchFamily="34" charset="-120"/>
              </a:rPr>
              <a:t> Technicians ask plain questions and get past fixes for that asset</a:t>
            </a:r>
            <a:endParaRPr lang="en-US" sz="1200" dirty="0"/>
          </a:p>
        </p:txBody>
      </p:sp>
      <p:sp>
        <p:nvSpPr>
          <p:cNvPr id="53" name="Text 25">
            <a:extLst>
              <a:ext uri="{FF2B5EF4-FFF2-40B4-BE49-F238E27FC236}">
                <a16:creationId xmlns:a16="http://schemas.microsoft.com/office/drawing/2014/main" id="{E0ADEAA9-A168-1BE5-B471-E3F13A8EAAC4}"/>
              </a:ext>
            </a:extLst>
          </p:cNvPr>
          <p:cNvSpPr/>
          <p:nvPr/>
        </p:nvSpPr>
        <p:spPr>
          <a:xfrm>
            <a:off x="6248400" y="4423225"/>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AI Agent:</a:t>
            </a:r>
            <a:r>
              <a:rPr lang="en-US" sz="1200" dirty="0">
                <a:solidFill>
                  <a:srgbClr val="1E2A38"/>
                </a:solidFill>
                <a:latin typeface="Source Sans 3" pitchFamily="34" charset="0"/>
                <a:ea typeface="Source Sans 3" pitchFamily="34" charset="-122"/>
                <a:cs typeface="Source Sans 3" pitchFamily="34" charset="-120"/>
              </a:rPr>
              <a:t> Suggest probable cause and spares from similar past breakdowns</a:t>
            </a:r>
            <a:endParaRPr lang="en-US" sz="1200" dirty="0"/>
          </a:p>
        </p:txBody>
      </p:sp>
    </p:spTree>
    <p:extLst>
      <p:ext uri="{BB962C8B-B14F-4D97-AF65-F5344CB8AC3E}">
        <p14:creationId xmlns:p14="http://schemas.microsoft.com/office/powerpoint/2010/main" val="1136921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A2F1F-C91B-4CD4-9D4F-6712DE0A439A}"/>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C4924EFA-8BB1-5256-BF75-BBCF07CA2B73}"/>
              </a:ext>
            </a:extLst>
          </p:cNvPr>
          <p:cNvSpPr/>
          <p:nvPr/>
        </p:nvSpPr>
        <p:spPr>
          <a:xfrm>
            <a:off x="609600" y="457200"/>
            <a:ext cx="1009055"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1"/>
                </a:solidFill>
                <a:latin typeface="Source Sans 3" pitchFamily="34" charset="0"/>
                <a:ea typeface="Source Sans 3" pitchFamily="34" charset="-122"/>
                <a:cs typeface="Source Sans 3" pitchFamily="34" charset="-120"/>
              </a:rPr>
              <a:t>PROBLEM 04</a:t>
            </a:r>
            <a:endParaRPr lang="en-US" sz="1200" dirty="0"/>
          </a:p>
        </p:txBody>
      </p:sp>
      <p:sp>
        <p:nvSpPr>
          <p:cNvPr id="5" name="Shape 1">
            <a:extLst>
              <a:ext uri="{FF2B5EF4-FFF2-40B4-BE49-F238E27FC236}">
                <a16:creationId xmlns:a16="http://schemas.microsoft.com/office/drawing/2014/main" id="{680EAD58-08BB-602D-2F81-1EE84244F683}"/>
              </a:ext>
            </a:extLst>
          </p:cNvPr>
          <p:cNvSpPr/>
          <p:nvPr/>
        </p:nvSpPr>
        <p:spPr>
          <a:xfrm>
            <a:off x="7850882" y="406400"/>
            <a:ext cx="1736923" cy="311150"/>
          </a:xfrm>
          <a:prstGeom prst="roundRect">
            <a:avLst>
              <a:gd name="adj" fmla="val 20408"/>
            </a:avLst>
          </a:prstGeom>
          <a:solidFill>
            <a:srgbClr val="0070C0"/>
          </a:solidFill>
          <a:ln/>
        </p:spPr>
        <p:txBody>
          <a:bodyPr/>
          <a:lstStyle/>
          <a:p>
            <a:endParaRPr lang="en-IN"/>
          </a:p>
        </p:txBody>
      </p:sp>
      <p:sp>
        <p:nvSpPr>
          <p:cNvPr id="7" name="Text 2">
            <a:extLst>
              <a:ext uri="{FF2B5EF4-FFF2-40B4-BE49-F238E27FC236}">
                <a16:creationId xmlns:a16="http://schemas.microsoft.com/office/drawing/2014/main" id="{99B9FDB9-4098-26D4-C17D-8A586318E99C}"/>
              </a:ext>
            </a:extLst>
          </p:cNvPr>
          <p:cNvSpPr/>
          <p:nvPr/>
        </p:nvSpPr>
        <p:spPr>
          <a:xfrm>
            <a:off x="8028682" y="457200"/>
            <a:ext cx="143212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ServiceNow Platform</a:t>
            </a:r>
            <a:endParaRPr lang="en-US" sz="1200" dirty="0"/>
          </a:p>
        </p:txBody>
      </p:sp>
      <p:sp>
        <p:nvSpPr>
          <p:cNvPr id="9" name="Shape 3">
            <a:extLst>
              <a:ext uri="{FF2B5EF4-FFF2-40B4-BE49-F238E27FC236}">
                <a16:creationId xmlns:a16="http://schemas.microsoft.com/office/drawing/2014/main" id="{E2FE969A-BD1C-D702-15B4-4EA43B20AB3B}"/>
              </a:ext>
            </a:extLst>
          </p:cNvPr>
          <p:cNvSpPr/>
          <p:nvPr/>
        </p:nvSpPr>
        <p:spPr>
          <a:xfrm>
            <a:off x="9689405" y="406400"/>
            <a:ext cx="1059755" cy="311150"/>
          </a:xfrm>
          <a:prstGeom prst="roundRect">
            <a:avLst>
              <a:gd name="adj" fmla="val 20408"/>
            </a:avLst>
          </a:prstGeom>
          <a:solidFill>
            <a:srgbClr val="00B0F0"/>
          </a:solidFill>
          <a:ln/>
        </p:spPr>
        <p:txBody>
          <a:bodyPr/>
          <a:lstStyle/>
          <a:p>
            <a:endParaRPr lang="en-IN"/>
          </a:p>
        </p:txBody>
      </p:sp>
      <p:sp>
        <p:nvSpPr>
          <p:cNvPr id="11" name="Text 4">
            <a:extLst>
              <a:ext uri="{FF2B5EF4-FFF2-40B4-BE49-F238E27FC236}">
                <a16:creationId xmlns:a16="http://schemas.microsoft.com/office/drawing/2014/main" id="{0669C336-E89B-C968-527A-E8F52F725783}"/>
              </a:ext>
            </a:extLst>
          </p:cNvPr>
          <p:cNvSpPr/>
          <p:nvPr/>
        </p:nvSpPr>
        <p:spPr>
          <a:xfrm>
            <a:off x="9867205" y="457200"/>
            <a:ext cx="754955"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Now Assist</a:t>
            </a:r>
            <a:endParaRPr lang="en-US" sz="1200" dirty="0"/>
          </a:p>
        </p:txBody>
      </p:sp>
      <p:sp>
        <p:nvSpPr>
          <p:cNvPr id="13" name="Shape 5">
            <a:extLst>
              <a:ext uri="{FF2B5EF4-FFF2-40B4-BE49-F238E27FC236}">
                <a16:creationId xmlns:a16="http://schemas.microsoft.com/office/drawing/2014/main" id="{2B101576-6CB5-8121-5036-680494E9F256}"/>
              </a:ext>
            </a:extLst>
          </p:cNvPr>
          <p:cNvSpPr/>
          <p:nvPr/>
        </p:nvSpPr>
        <p:spPr>
          <a:xfrm>
            <a:off x="10850761" y="406400"/>
            <a:ext cx="731639" cy="311150"/>
          </a:xfrm>
          <a:prstGeom prst="roundRect">
            <a:avLst>
              <a:gd name="adj" fmla="val 20408"/>
            </a:avLst>
          </a:prstGeom>
          <a:solidFill>
            <a:srgbClr val="00828E"/>
          </a:solidFill>
          <a:ln/>
        </p:spPr>
        <p:txBody>
          <a:bodyPr/>
          <a:lstStyle/>
          <a:p>
            <a:endParaRPr lang="en-IN"/>
          </a:p>
        </p:txBody>
      </p:sp>
      <p:sp>
        <p:nvSpPr>
          <p:cNvPr id="15" name="Text 6">
            <a:extLst>
              <a:ext uri="{FF2B5EF4-FFF2-40B4-BE49-F238E27FC236}">
                <a16:creationId xmlns:a16="http://schemas.microsoft.com/office/drawing/2014/main" id="{BD605C3F-1367-7ED2-ADBA-A3653982022D}"/>
              </a:ext>
            </a:extLst>
          </p:cNvPr>
          <p:cNvSpPr/>
          <p:nvPr/>
        </p:nvSpPr>
        <p:spPr>
          <a:xfrm>
            <a:off x="11028561" y="457200"/>
            <a:ext cx="426839"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Retail</a:t>
            </a:r>
            <a:endParaRPr lang="en-US" sz="1200" dirty="0"/>
          </a:p>
        </p:txBody>
      </p:sp>
      <p:sp>
        <p:nvSpPr>
          <p:cNvPr id="17" name="Shape 7">
            <a:extLst>
              <a:ext uri="{FF2B5EF4-FFF2-40B4-BE49-F238E27FC236}">
                <a16:creationId xmlns:a16="http://schemas.microsoft.com/office/drawing/2014/main" id="{AA7562FD-E062-BCEF-8020-897BF82582D4}"/>
              </a:ext>
            </a:extLst>
          </p:cNvPr>
          <p:cNvSpPr/>
          <p:nvPr/>
        </p:nvSpPr>
        <p:spPr>
          <a:xfrm>
            <a:off x="609600" y="857250"/>
            <a:ext cx="10972800" cy="628650"/>
          </a:xfrm>
          <a:prstGeom prst="roundRect">
            <a:avLst>
              <a:gd name="adj" fmla="val 6061"/>
            </a:avLst>
          </a:prstGeom>
          <a:solidFill>
            <a:srgbClr val="00828E"/>
          </a:solidFill>
          <a:ln/>
        </p:spPr>
        <p:txBody>
          <a:bodyPr/>
          <a:lstStyle/>
          <a:p>
            <a:endParaRPr lang="en-IN"/>
          </a:p>
        </p:txBody>
      </p:sp>
      <p:sp>
        <p:nvSpPr>
          <p:cNvPr id="19" name="Text 8">
            <a:extLst>
              <a:ext uri="{FF2B5EF4-FFF2-40B4-BE49-F238E27FC236}">
                <a16:creationId xmlns:a16="http://schemas.microsoft.com/office/drawing/2014/main" id="{8B4F2D86-2178-96FB-B90B-9171393D74BF}"/>
              </a:ext>
            </a:extLst>
          </p:cNvPr>
          <p:cNvSpPr/>
          <p:nvPr/>
        </p:nvSpPr>
        <p:spPr>
          <a:xfrm>
            <a:off x="706628" y="984250"/>
            <a:ext cx="10778744" cy="400050"/>
          </a:xfrm>
          <a:prstGeom prst="rect">
            <a:avLst/>
          </a:prstGeom>
          <a:noFill/>
          <a:ln/>
        </p:spPr>
        <p:txBody>
          <a:bodyPr wrap="square" lIns="0" tIns="0" rIns="0" bIns="0" rtlCol="0" anchor="t">
            <a:normAutofit/>
          </a:bodyPr>
          <a:lstStyle/>
          <a:p>
            <a:pPr marL="0" indent="0" algn="ctr">
              <a:lnSpc>
                <a:spcPts val="2990"/>
              </a:lnSpc>
              <a:buNone/>
            </a:pPr>
            <a:r>
              <a:rPr lang="en-US" sz="2600" b="1" dirty="0">
                <a:solidFill>
                  <a:srgbClr val="FBFAF7"/>
                </a:solidFill>
                <a:latin typeface="Source Sans 3" pitchFamily="34" charset="0"/>
                <a:ea typeface="Source Sans 3" pitchFamily="34" charset="-122"/>
                <a:cs typeface="Source Sans 3" pitchFamily="34" charset="-120"/>
              </a:rPr>
              <a:t>Retail – Store Operations Command Centre</a:t>
            </a:r>
            <a:endParaRPr lang="en-US" sz="2600" dirty="0"/>
          </a:p>
        </p:txBody>
      </p:sp>
      <p:sp>
        <p:nvSpPr>
          <p:cNvPr id="21" name="Text 9">
            <a:extLst>
              <a:ext uri="{FF2B5EF4-FFF2-40B4-BE49-F238E27FC236}">
                <a16:creationId xmlns:a16="http://schemas.microsoft.com/office/drawing/2014/main" id="{D6DCAA3B-CBCD-39B4-7C65-421950F0BDC4}"/>
              </a:ext>
            </a:extLst>
          </p:cNvPr>
          <p:cNvSpPr/>
          <p:nvPr/>
        </p:nvSpPr>
        <p:spPr>
          <a:xfrm>
            <a:off x="609600" y="16256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A38"/>
                </a:solidFill>
                <a:latin typeface="Source Sans 3" pitchFamily="34" charset="0"/>
                <a:ea typeface="Source Sans 3" pitchFamily="34" charset="-122"/>
                <a:cs typeface="Source Sans 3" pitchFamily="34" charset="-120"/>
              </a:rPr>
              <a:t>Background</a:t>
            </a:r>
            <a:endParaRPr lang="en-US" sz="1500" dirty="0"/>
          </a:p>
        </p:txBody>
      </p:sp>
      <p:sp>
        <p:nvSpPr>
          <p:cNvPr id="23" name="Text 10">
            <a:extLst>
              <a:ext uri="{FF2B5EF4-FFF2-40B4-BE49-F238E27FC236}">
                <a16:creationId xmlns:a16="http://schemas.microsoft.com/office/drawing/2014/main" id="{04C20EE7-643F-70F4-AC09-5DE6665CC4CF}"/>
              </a:ext>
            </a:extLst>
          </p:cNvPr>
          <p:cNvSpPr/>
          <p:nvPr/>
        </p:nvSpPr>
        <p:spPr>
          <a:xfrm>
            <a:off x="609600" y="1892300"/>
            <a:ext cx="5494020"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1"/>
                </a:solidFill>
                <a:latin typeface="Source Sans 3" pitchFamily="34" charset="0"/>
                <a:ea typeface="Source Sans 3" pitchFamily="34" charset="-122"/>
                <a:cs typeface="Source Sans 3" pitchFamily="34" charset="-120"/>
              </a:rPr>
              <a:t>A chain of hundreds of stores reports POS outages, refrigeration faults, planogram changes and stock-outs by phone and email to HQ. Managers wait for answers and HQ has no live view.</a:t>
            </a:r>
            <a:endParaRPr lang="en-US" sz="1300" dirty="0"/>
          </a:p>
        </p:txBody>
      </p:sp>
      <p:sp>
        <p:nvSpPr>
          <p:cNvPr id="25" name="Text 11">
            <a:extLst>
              <a:ext uri="{FF2B5EF4-FFF2-40B4-BE49-F238E27FC236}">
                <a16:creationId xmlns:a16="http://schemas.microsoft.com/office/drawing/2014/main" id="{5DAD288F-4F84-5592-4C32-E57D39ABA147}"/>
              </a:ext>
            </a:extLst>
          </p:cNvPr>
          <p:cNvSpPr/>
          <p:nvPr/>
        </p:nvSpPr>
        <p:spPr>
          <a:xfrm>
            <a:off x="6248400" y="16256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A38"/>
                </a:solidFill>
                <a:latin typeface="Source Sans 3" pitchFamily="34" charset="0"/>
                <a:ea typeface="Source Sans 3" pitchFamily="34" charset="-122"/>
                <a:cs typeface="Source Sans 3" pitchFamily="34" charset="-120"/>
              </a:rPr>
              <a:t>Objective</a:t>
            </a:r>
            <a:endParaRPr lang="en-US" sz="1500" dirty="0"/>
          </a:p>
        </p:txBody>
      </p:sp>
      <p:sp>
        <p:nvSpPr>
          <p:cNvPr id="27" name="Text 12">
            <a:extLst>
              <a:ext uri="{FF2B5EF4-FFF2-40B4-BE49-F238E27FC236}">
                <a16:creationId xmlns:a16="http://schemas.microsoft.com/office/drawing/2014/main" id="{2B184C3E-E685-0D4A-A466-189ED780AEE7}"/>
              </a:ext>
            </a:extLst>
          </p:cNvPr>
          <p:cNvSpPr/>
          <p:nvPr/>
        </p:nvSpPr>
        <p:spPr>
          <a:xfrm>
            <a:off x="6248400" y="1892300"/>
            <a:ext cx="5494020"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1"/>
                </a:solidFill>
                <a:latin typeface="Source Sans 3" pitchFamily="34" charset="0"/>
                <a:ea typeface="Source Sans 3" pitchFamily="34" charset="-122"/>
                <a:cs typeface="Source Sans 3" pitchFamily="34" charset="-120"/>
              </a:rPr>
              <a:t>Build a store operations platform where stores raise and self-resolve issues, work is routed to IT, facilities and merchandising, and regions get real-time visibility, with Now Assist reducing calls to HQ.</a:t>
            </a:r>
            <a:endParaRPr lang="en-US" sz="1300" dirty="0"/>
          </a:p>
        </p:txBody>
      </p:sp>
      <p:sp>
        <p:nvSpPr>
          <p:cNvPr id="29" name="Shape 13">
            <a:extLst>
              <a:ext uri="{FF2B5EF4-FFF2-40B4-BE49-F238E27FC236}">
                <a16:creationId xmlns:a16="http://schemas.microsoft.com/office/drawing/2014/main" id="{F04F164F-7415-60F1-2339-F76712710255}"/>
              </a:ext>
            </a:extLst>
          </p:cNvPr>
          <p:cNvSpPr/>
          <p:nvPr/>
        </p:nvSpPr>
        <p:spPr>
          <a:xfrm>
            <a:off x="609600" y="2717800"/>
            <a:ext cx="10972800" cy="381000"/>
          </a:xfrm>
          <a:prstGeom prst="roundRect">
            <a:avLst>
              <a:gd name="adj" fmla="val 6667"/>
            </a:avLst>
          </a:prstGeom>
          <a:solidFill>
            <a:srgbClr val="D4D3F1"/>
          </a:solidFill>
          <a:ln/>
        </p:spPr>
        <p:txBody>
          <a:bodyPr/>
          <a:lstStyle/>
          <a:p>
            <a:endParaRPr lang="en-IN"/>
          </a:p>
        </p:txBody>
      </p:sp>
      <p:sp>
        <p:nvSpPr>
          <p:cNvPr id="31" name="Shape 14">
            <a:extLst>
              <a:ext uri="{FF2B5EF4-FFF2-40B4-BE49-F238E27FC236}">
                <a16:creationId xmlns:a16="http://schemas.microsoft.com/office/drawing/2014/main" id="{19D1A99D-099C-E86E-42D1-86114C4323AF}"/>
              </a:ext>
            </a:extLst>
          </p:cNvPr>
          <p:cNvSpPr/>
          <p:nvPr/>
        </p:nvSpPr>
        <p:spPr>
          <a:xfrm>
            <a:off x="609600" y="2717800"/>
            <a:ext cx="10972800" cy="381000"/>
          </a:xfrm>
          <a:custGeom>
            <a:avLst/>
            <a:gdLst/>
            <a:ahLst/>
            <a:cxnLst/>
            <a:rect l="l" t="t" r="r" b="b"/>
            <a:pathLst>
              <a:path w="10972800" h="381000">
                <a:moveTo>
                  <a:pt x="38100" y="381000"/>
                </a:moveTo>
                <a:lnTo>
                  <a:pt x="25400" y="381000"/>
                </a:lnTo>
                <a:arcTo wR="25400" hR="25400" stAng="5400000" swAng="5400000"/>
                <a:lnTo>
                  <a:pt x="0" y="25400"/>
                </a:lnTo>
                <a:arcTo wR="25400" hR="25400" stAng="10800000" swAng="5400000"/>
                <a:lnTo>
                  <a:pt x="38100" y="0"/>
                </a:lnTo>
                <a:lnTo>
                  <a:pt x="38100" y="381000"/>
                </a:lnTo>
                <a:close/>
              </a:path>
            </a:pathLst>
          </a:custGeom>
          <a:solidFill>
            <a:srgbClr val="4A7A2E"/>
          </a:solidFill>
          <a:ln/>
        </p:spPr>
        <p:txBody>
          <a:bodyPr/>
          <a:lstStyle/>
          <a:p>
            <a:endParaRPr lang="en-IN"/>
          </a:p>
        </p:txBody>
      </p:sp>
      <p:sp>
        <p:nvSpPr>
          <p:cNvPr id="33" name="Text 15">
            <a:extLst>
              <a:ext uri="{FF2B5EF4-FFF2-40B4-BE49-F238E27FC236}">
                <a16:creationId xmlns:a16="http://schemas.microsoft.com/office/drawing/2014/main" id="{6CAAE572-F4F0-F7DF-71A7-30D0995BBD6A}"/>
              </a:ext>
            </a:extLst>
          </p:cNvPr>
          <p:cNvSpPr/>
          <p:nvPr/>
        </p:nvSpPr>
        <p:spPr>
          <a:xfrm>
            <a:off x="800100" y="2806700"/>
            <a:ext cx="10948797"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Domain knowledge to apply:</a:t>
            </a:r>
            <a:r>
              <a:rPr lang="en-US" sz="1200" dirty="0">
                <a:solidFill>
                  <a:srgbClr val="1E2A38"/>
                </a:solidFill>
                <a:latin typeface="Source Sans 3" pitchFamily="34" charset="0"/>
                <a:ea typeface="Source Sans 3" pitchFamily="34" charset="-122"/>
                <a:cs typeface="Source Sans 3" pitchFamily="34" charset="-120"/>
              </a:rPr>
              <a:t> peak-trading change freezes, shrink, planogram compliance, cold-chain, store opening and closing checklists.</a:t>
            </a:r>
            <a:endParaRPr lang="en-US" sz="1200" dirty="0"/>
          </a:p>
        </p:txBody>
      </p:sp>
      <p:sp>
        <p:nvSpPr>
          <p:cNvPr id="35" name="Text 16">
            <a:extLst>
              <a:ext uri="{FF2B5EF4-FFF2-40B4-BE49-F238E27FC236}">
                <a16:creationId xmlns:a16="http://schemas.microsoft.com/office/drawing/2014/main" id="{FC908971-ED4C-581B-7845-E6FE80492B95}"/>
              </a:ext>
            </a:extLst>
          </p:cNvPr>
          <p:cNvSpPr/>
          <p:nvPr/>
        </p:nvSpPr>
        <p:spPr>
          <a:xfrm>
            <a:off x="609600" y="32385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70C0"/>
                </a:solidFill>
                <a:latin typeface="Source Sans 3" pitchFamily="34" charset="0"/>
                <a:ea typeface="Source Sans 3" pitchFamily="34" charset="-122"/>
                <a:cs typeface="Source Sans 3" pitchFamily="34" charset="-120"/>
              </a:rPr>
              <a:t>Platform elements to include</a:t>
            </a:r>
            <a:endParaRPr lang="en-US" sz="1500" dirty="0">
              <a:solidFill>
                <a:srgbClr val="0070C0"/>
              </a:solidFill>
            </a:endParaRPr>
          </a:p>
        </p:txBody>
      </p:sp>
      <p:sp>
        <p:nvSpPr>
          <p:cNvPr id="37" name="Text 17">
            <a:extLst>
              <a:ext uri="{FF2B5EF4-FFF2-40B4-BE49-F238E27FC236}">
                <a16:creationId xmlns:a16="http://schemas.microsoft.com/office/drawing/2014/main" id="{CF5EC5FC-0F87-D577-ACC5-609533443228}"/>
              </a:ext>
            </a:extLst>
          </p:cNvPr>
          <p:cNvSpPr/>
          <p:nvPr/>
        </p:nvSpPr>
        <p:spPr>
          <a:xfrm>
            <a:off x="609600" y="35560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Store Portal:</a:t>
            </a:r>
            <a:r>
              <a:rPr lang="en-US" sz="1200" dirty="0">
                <a:solidFill>
                  <a:srgbClr val="1E2A38"/>
                </a:solidFill>
                <a:latin typeface="Source Sans 3" pitchFamily="34" charset="0"/>
                <a:ea typeface="Source Sans 3" pitchFamily="34" charset="-122"/>
                <a:cs typeface="Source Sans 3" pitchFamily="34" charset="-120"/>
              </a:rPr>
              <a:t> Store managers raise issues and complete HQ-assigned tasks</a:t>
            </a:r>
            <a:endParaRPr lang="en-US" sz="1200" dirty="0"/>
          </a:p>
        </p:txBody>
      </p:sp>
      <p:sp>
        <p:nvSpPr>
          <p:cNvPr id="39" name="Text 18">
            <a:extLst>
              <a:ext uri="{FF2B5EF4-FFF2-40B4-BE49-F238E27FC236}">
                <a16:creationId xmlns:a16="http://schemas.microsoft.com/office/drawing/2014/main" id="{0304A54F-4D3B-61E0-5ADD-79B8649EA415}"/>
              </a:ext>
            </a:extLst>
          </p:cNvPr>
          <p:cNvSpPr/>
          <p:nvPr/>
        </p:nvSpPr>
        <p:spPr>
          <a:xfrm>
            <a:off x="609600" y="38481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Custom Tables:</a:t>
            </a:r>
            <a:r>
              <a:rPr lang="en-US" sz="1200" dirty="0">
                <a:solidFill>
                  <a:srgbClr val="1E2A38"/>
                </a:solidFill>
                <a:latin typeface="Source Sans 3" pitchFamily="34" charset="0"/>
                <a:ea typeface="Source Sans 3" pitchFamily="34" charset="-122"/>
                <a:cs typeface="Source Sans 3" pitchFamily="34" charset="-120"/>
              </a:rPr>
              <a:t> Stores, regions, store assets, campaigns and store tasks</a:t>
            </a:r>
            <a:endParaRPr lang="en-US" sz="1200" dirty="0"/>
          </a:p>
        </p:txBody>
      </p:sp>
      <p:sp>
        <p:nvSpPr>
          <p:cNvPr id="41" name="Text 19">
            <a:extLst>
              <a:ext uri="{FF2B5EF4-FFF2-40B4-BE49-F238E27FC236}">
                <a16:creationId xmlns:a16="http://schemas.microsoft.com/office/drawing/2014/main" id="{BFFD6B67-0412-A4FA-CAA2-1F1BA1784B9F}"/>
              </a:ext>
            </a:extLst>
          </p:cNvPr>
          <p:cNvSpPr/>
          <p:nvPr/>
        </p:nvSpPr>
        <p:spPr>
          <a:xfrm>
            <a:off x="609600" y="41402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Workflows:</a:t>
            </a:r>
            <a:r>
              <a:rPr lang="en-US" sz="1200" dirty="0">
                <a:solidFill>
                  <a:srgbClr val="1E2A38"/>
                </a:solidFill>
                <a:latin typeface="Source Sans 3" pitchFamily="34" charset="0"/>
                <a:ea typeface="Source Sans 3" pitchFamily="34" charset="-122"/>
                <a:cs typeface="Source Sans 3" pitchFamily="34" charset="-120"/>
              </a:rPr>
              <a:t> HQ-to-store tasks with photo proof; top priority for revenue impact</a:t>
            </a:r>
            <a:endParaRPr lang="en-US" sz="1200" dirty="0"/>
          </a:p>
        </p:txBody>
      </p:sp>
      <p:sp>
        <p:nvSpPr>
          <p:cNvPr id="43" name="Text 20">
            <a:extLst>
              <a:ext uri="{FF2B5EF4-FFF2-40B4-BE49-F238E27FC236}">
                <a16:creationId xmlns:a16="http://schemas.microsoft.com/office/drawing/2014/main" id="{0A55AB98-F0A5-5486-E0A6-2C4A31FC8778}"/>
              </a:ext>
            </a:extLst>
          </p:cNvPr>
          <p:cNvSpPr/>
          <p:nvPr/>
        </p:nvSpPr>
        <p:spPr>
          <a:xfrm>
            <a:off x="609600" y="44323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Dashboards:</a:t>
            </a:r>
            <a:r>
              <a:rPr lang="en-US" sz="1200" dirty="0">
                <a:solidFill>
                  <a:srgbClr val="1E2A38"/>
                </a:solidFill>
                <a:latin typeface="Source Sans 3" pitchFamily="34" charset="0"/>
                <a:ea typeface="Source Sans 3" pitchFamily="34" charset="-122"/>
                <a:cs typeface="Source Sans 3" pitchFamily="34" charset="-120"/>
              </a:rPr>
              <a:t> Issues by region, store compliance score, repeat asset failures</a:t>
            </a:r>
            <a:endParaRPr lang="en-US" sz="1200" dirty="0"/>
          </a:p>
        </p:txBody>
      </p:sp>
      <p:sp>
        <p:nvSpPr>
          <p:cNvPr id="45" name="Text 21">
            <a:extLst>
              <a:ext uri="{FF2B5EF4-FFF2-40B4-BE49-F238E27FC236}">
                <a16:creationId xmlns:a16="http://schemas.microsoft.com/office/drawing/2014/main" id="{56ACEB9D-CF6F-D8A9-9870-509265A0B1ED}"/>
              </a:ext>
            </a:extLst>
          </p:cNvPr>
          <p:cNvSpPr/>
          <p:nvPr/>
        </p:nvSpPr>
        <p:spPr>
          <a:xfrm>
            <a:off x="6248400" y="32385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B0F0"/>
                </a:solidFill>
                <a:latin typeface="Source Sans 3" pitchFamily="34" charset="0"/>
                <a:ea typeface="Source Sans 3" pitchFamily="34" charset="-122"/>
                <a:cs typeface="Source Sans 3" pitchFamily="34" charset="-120"/>
              </a:rPr>
              <a:t>Now Assist elements to include</a:t>
            </a:r>
            <a:endParaRPr lang="en-US" sz="1500" dirty="0">
              <a:solidFill>
                <a:srgbClr val="00B0F0"/>
              </a:solidFill>
            </a:endParaRPr>
          </a:p>
        </p:txBody>
      </p:sp>
      <p:sp>
        <p:nvSpPr>
          <p:cNvPr id="47" name="Text 22">
            <a:extLst>
              <a:ext uri="{FF2B5EF4-FFF2-40B4-BE49-F238E27FC236}">
                <a16:creationId xmlns:a16="http://schemas.microsoft.com/office/drawing/2014/main" id="{B4A4B56E-EFD3-2A65-C38F-8572CB0D3108}"/>
              </a:ext>
            </a:extLst>
          </p:cNvPr>
          <p:cNvSpPr/>
          <p:nvPr/>
        </p:nvSpPr>
        <p:spPr>
          <a:xfrm>
            <a:off x="6248400" y="3556000"/>
            <a:ext cx="5494020" cy="4318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Now Assist in Virtual Agent:</a:t>
            </a:r>
            <a:r>
              <a:rPr lang="en-US" sz="1200" dirty="0">
                <a:solidFill>
                  <a:srgbClr val="1E2A38"/>
                </a:solidFill>
                <a:latin typeface="Source Sans 3" pitchFamily="34" charset="0"/>
                <a:ea typeface="Source Sans 3" pitchFamily="34" charset="-122"/>
                <a:cs typeface="Source Sans 3" pitchFamily="34" charset="-120"/>
              </a:rPr>
              <a:t> Guided POS and printer troubleshooting before a ticket is raised</a:t>
            </a:r>
            <a:endParaRPr lang="en-US" sz="1200" dirty="0"/>
          </a:p>
        </p:txBody>
      </p:sp>
      <p:sp>
        <p:nvSpPr>
          <p:cNvPr id="49" name="Text 23">
            <a:extLst>
              <a:ext uri="{FF2B5EF4-FFF2-40B4-BE49-F238E27FC236}">
                <a16:creationId xmlns:a16="http://schemas.microsoft.com/office/drawing/2014/main" id="{95A93F68-7C68-DDC8-820A-A66AC4A1F4F9}"/>
              </a:ext>
            </a:extLst>
          </p:cNvPr>
          <p:cNvSpPr/>
          <p:nvPr/>
        </p:nvSpPr>
        <p:spPr>
          <a:xfrm>
            <a:off x="6248400" y="40513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AI Search:</a:t>
            </a:r>
            <a:r>
              <a:rPr lang="en-US" sz="1200" dirty="0">
                <a:solidFill>
                  <a:srgbClr val="1E2A38"/>
                </a:solidFill>
                <a:latin typeface="Source Sans 3" pitchFamily="34" charset="0"/>
                <a:ea typeface="Source Sans 3" pitchFamily="34" charset="-122"/>
                <a:cs typeface="Source Sans 3" pitchFamily="34" charset="-120"/>
              </a:rPr>
              <a:t> Answers from store SOPs and campaign guides</a:t>
            </a:r>
            <a:endParaRPr lang="en-US" sz="1200" dirty="0"/>
          </a:p>
        </p:txBody>
      </p:sp>
      <p:sp>
        <p:nvSpPr>
          <p:cNvPr id="51" name="Text 24">
            <a:extLst>
              <a:ext uri="{FF2B5EF4-FFF2-40B4-BE49-F238E27FC236}">
                <a16:creationId xmlns:a16="http://schemas.microsoft.com/office/drawing/2014/main" id="{8EEC817E-868C-3525-FEBF-2B391B44CF71}"/>
              </a:ext>
            </a:extLst>
          </p:cNvPr>
          <p:cNvSpPr/>
          <p:nvPr/>
        </p:nvSpPr>
        <p:spPr>
          <a:xfrm>
            <a:off x="6248400" y="43434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Regional Digest:</a:t>
            </a:r>
            <a:r>
              <a:rPr lang="en-US" sz="1200" dirty="0">
                <a:solidFill>
                  <a:srgbClr val="1E2A38"/>
                </a:solidFill>
                <a:latin typeface="Source Sans 3" pitchFamily="34" charset="0"/>
                <a:ea typeface="Source Sans 3" pitchFamily="34" charset="-122"/>
                <a:cs typeface="Source Sans 3" pitchFamily="34" charset="-120"/>
              </a:rPr>
              <a:t> Daily generated summary of open issues per region</a:t>
            </a:r>
            <a:endParaRPr lang="en-US" sz="1200" dirty="0"/>
          </a:p>
        </p:txBody>
      </p:sp>
      <p:sp>
        <p:nvSpPr>
          <p:cNvPr id="53" name="Text 25">
            <a:extLst>
              <a:ext uri="{FF2B5EF4-FFF2-40B4-BE49-F238E27FC236}">
                <a16:creationId xmlns:a16="http://schemas.microsoft.com/office/drawing/2014/main" id="{4D239E07-F4AD-44BC-31B5-D62218B18C48}"/>
              </a:ext>
            </a:extLst>
          </p:cNvPr>
          <p:cNvSpPr/>
          <p:nvPr/>
        </p:nvSpPr>
        <p:spPr>
          <a:xfrm>
            <a:off x="6248400" y="4635500"/>
            <a:ext cx="5494020" cy="4318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Now Assist for Creator:</a:t>
            </a:r>
            <a:r>
              <a:rPr lang="en-US" sz="1200" dirty="0">
                <a:solidFill>
                  <a:srgbClr val="1E2A38"/>
                </a:solidFill>
                <a:latin typeface="Source Sans 3" pitchFamily="34" charset="0"/>
                <a:ea typeface="Source Sans 3" pitchFamily="34" charset="-122"/>
                <a:cs typeface="Source Sans 3" pitchFamily="34" charset="-120"/>
              </a:rPr>
              <a:t> Use flow and code generation to build the HQ-to-store task flows</a:t>
            </a:r>
            <a:endParaRPr lang="en-US" sz="1200" dirty="0"/>
          </a:p>
        </p:txBody>
      </p:sp>
    </p:spTree>
    <p:extLst>
      <p:ext uri="{BB962C8B-B14F-4D97-AF65-F5344CB8AC3E}">
        <p14:creationId xmlns:p14="http://schemas.microsoft.com/office/powerpoint/2010/main" val="2997060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0">
            <a:extLst>
              <a:ext uri="{FF2B5EF4-FFF2-40B4-BE49-F238E27FC236}">
                <a16:creationId xmlns:a16="http://schemas.microsoft.com/office/drawing/2014/main" id="{636F12FC-3FA1-9B4C-9A16-BEFA4D41B8BC}"/>
              </a:ext>
            </a:extLst>
          </p:cNvPr>
          <p:cNvSpPr/>
          <p:nvPr/>
        </p:nvSpPr>
        <p:spPr>
          <a:xfrm>
            <a:off x="609600" y="457200"/>
            <a:ext cx="1009055"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1"/>
                </a:solidFill>
                <a:latin typeface="Source Sans 3" pitchFamily="34" charset="0"/>
                <a:ea typeface="Source Sans 3" pitchFamily="34" charset="-122"/>
                <a:cs typeface="Source Sans 3" pitchFamily="34" charset="-120"/>
              </a:rPr>
              <a:t>PROBLEM 05</a:t>
            </a:r>
            <a:endParaRPr lang="en-US" sz="1200" dirty="0"/>
          </a:p>
        </p:txBody>
      </p:sp>
      <p:sp>
        <p:nvSpPr>
          <p:cNvPr id="11" name="Shape 1">
            <a:extLst>
              <a:ext uri="{FF2B5EF4-FFF2-40B4-BE49-F238E27FC236}">
                <a16:creationId xmlns:a16="http://schemas.microsoft.com/office/drawing/2014/main" id="{B16B4164-3126-443D-0363-50BB909DC16D}"/>
              </a:ext>
            </a:extLst>
          </p:cNvPr>
          <p:cNvSpPr/>
          <p:nvPr/>
        </p:nvSpPr>
        <p:spPr>
          <a:xfrm>
            <a:off x="7679829" y="406400"/>
            <a:ext cx="1736923" cy="311150"/>
          </a:xfrm>
          <a:prstGeom prst="roundRect">
            <a:avLst>
              <a:gd name="adj" fmla="val 20408"/>
            </a:avLst>
          </a:prstGeom>
          <a:solidFill>
            <a:srgbClr val="0070C0"/>
          </a:solidFill>
          <a:ln/>
        </p:spPr>
        <p:txBody>
          <a:bodyPr/>
          <a:lstStyle/>
          <a:p>
            <a:endParaRPr lang="en-IN"/>
          </a:p>
        </p:txBody>
      </p:sp>
      <p:sp>
        <p:nvSpPr>
          <p:cNvPr id="13" name="Text 2">
            <a:extLst>
              <a:ext uri="{FF2B5EF4-FFF2-40B4-BE49-F238E27FC236}">
                <a16:creationId xmlns:a16="http://schemas.microsoft.com/office/drawing/2014/main" id="{E6595920-AD29-1EFD-CAA0-6FFC119EF400}"/>
              </a:ext>
            </a:extLst>
          </p:cNvPr>
          <p:cNvSpPr/>
          <p:nvPr/>
        </p:nvSpPr>
        <p:spPr>
          <a:xfrm>
            <a:off x="7857629" y="457200"/>
            <a:ext cx="143212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ServiceNow Platform</a:t>
            </a:r>
            <a:endParaRPr lang="en-US" sz="1200" dirty="0"/>
          </a:p>
        </p:txBody>
      </p:sp>
      <p:sp>
        <p:nvSpPr>
          <p:cNvPr id="15" name="Shape 3">
            <a:extLst>
              <a:ext uri="{FF2B5EF4-FFF2-40B4-BE49-F238E27FC236}">
                <a16:creationId xmlns:a16="http://schemas.microsoft.com/office/drawing/2014/main" id="{CE2C6D1C-08DD-46F8-41F8-A996C30C3D60}"/>
              </a:ext>
            </a:extLst>
          </p:cNvPr>
          <p:cNvSpPr/>
          <p:nvPr/>
        </p:nvSpPr>
        <p:spPr>
          <a:xfrm>
            <a:off x="9518352" y="406400"/>
            <a:ext cx="1059755" cy="311150"/>
          </a:xfrm>
          <a:prstGeom prst="roundRect">
            <a:avLst>
              <a:gd name="adj" fmla="val 20408"/>
            </a:avLst>
          </a:prstGeom>
          <a:solidFill>
            <a:srgbClr val="00B0F0"/>
          </a:solidFill>
          <a:ln/>
        </p:spPr>
        <p:txBody>
          <a:bodyPr/>
          <a:lstStyle/>
          <a:p>
            <a:endParaRPr lang="en-IN"/>
          </a:p>
        </p:txBody>
      </p:sp>
      <p:sp>
        <p:nvSpPr>
          <p:cNvPr id="17" name="Text 4">
            <a:extLst>
              <a:ext uri="{FF2B5EF4-FFF2-40B4-BE49-F238E27FC236}">
                <a16:creationId xmlns:a16="http://schemas.microsoft.com/office/drawing/2014/main" id="{8D6A44C7-06BC-8DF5-46DD-3436F59229CB}"/>
              </a:ext>
            </a:extLst>
          </p:cNvPr>
          <p:cNvSpPr/>
          <p:nvPr/>
        </p:nvSpPr>
        <p:spPr>
          <a:xfrm>
            <a:off x="9696152" y="457200"/>
            <a:ext cx="754955"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Now Assist</a:t>
            </a:r>
            <a:endParaRPr lang="en-US" sz="1200" dirty="0"/>
          </a:p>
        </p:txBody>
      </p:sp>
      <p:sp>
        <p:nvSpPr>
          <p:cNvPr id="19" name="Shape 5">
            <a:extLst>
              <a:ext uri="{FF2B5EF4-FFF2-40B4-BE49-F238E27FC236}">
                <a16:creationId xmlns:a16="http://schemas.microsoft.com/office/drawing/2014/main" id="{C3A89BD4-58E3-3A21-28E5-9CDBCD759CDA}"/>
              </a:ext>
            </a:extLst>
          </p:cNvPr>
          <p:cNvSpPr/>
          <p:nvPr/>
        </p:nvSpPr>
        <p:spPr>
          <a:xfrm>
            <a:off x="10679708" y="406400"/>
            <a:ext cx="902692" cy="311150"/>
          </a:xfrm>
          <a:prstGeom prst="roundRect">
            <a:avLst>
              <a:gd name="adj" fmla="val 20408"/>
            </a:avLst>
          </a:prstGeom>
          <a:solidFill>
            <a:srgbClr val="00828E"/>
          </a:solidFill>
          <a:ln/>
        </p:spPr>
        <p:txBody>
          <a:bodyPr/>
          <a:lstStyle/>
          <a:p>
            <a:endParaRPr lang="en-IN"/>
          </a:p>
        </p:txBody>
      </p:sp>
      <p:sp>
        <p:nvSpPr>
          <p:cNvPr id="21" name="Text 6">
            <a:extLst>
              <a:ext uri="{FF2B5EF4-FFF2-40B4-BE49-F238E27FC236}">
                <a16:creationId xmlns:a16="http://schemas.microsoft.com/office/drawing/2014/main" id="{C90FB512-3091-7350-9985-AAF58A4E8F77}"/>
              </a:ext>
            </a:extLst>
          </p:cNvPr>
          <p:cNvSpPr/>
          <p:nvPr/>
        </p:nvSpPr>
        <p:spPr>
          <a:xfrm>
            <a:off x="10857508" y="457200"/>
            <a:ext cx="597892"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Telecom</a:t>
            </a:r>
            <a:endParaRPr lang="en-US" sz="1200" dirty="0"/>
          </a:p>
        </p:txBody>
      </p:sp>
      <p:sp>
        <p:nvSpPr>
          <p:cNvPr id="23" name="Shape 7">
            <a:extLst>
              <a:ext uri="{FF2B5EF4-FFF2-40B4-BE49-F238E27FC236}">
                <a16:creationId xmlns:a16="http://schemas.microsoft.com/office/drawing/2014/main" id="{0E1CA87E-0DEB-BD57-CEF9-78490B3D78D3}"/>
              </a:ext>
            </a:extLst>
          </p:cNvPr>
          <p:cNvSpPr/>
          <p:nvPr/>
        </p:nvSpPr>
        <p:spPr>
          <a:xfrm>
            <a:off x="609600" y="857250"/>
            <a:ext cx="10972800" cy="628650"/>
          </a:xfrm>
          <a:prstGeom prst="roundRect">
            <a:avLst>
              <a:gd name="adj" fmla="val 6061"/>
            </a:avLst>
          </a:prstGeom>
          <a:solidFill>
            <a:srgbClr val="00828E"/>
          </a:solidFill>
          <a:ln/>
        </p:spPr>
        <p:txBody>
          <a:bodyPr/>
          <a:lstStyle/>
          <a:p>
            <a:endParaRPr lang="en-IN"/>
          </a:p>
        </p:txBody>
      </p:sp>
      <p:sp>
        <p:nvSpPr>
          <p:cNvPr id="25" name="Text 8">
            <a:extLst>
              <a:ext uri="{FF2B5EF4-FFF2-40B4-BE49-F238E27FC236}">
                <a16:creationId xmlns:a16="http://schemas.microsoft.com/office/drawing/2014/main" id="{9A4D987C-69AC-2C92-BD77-CE3901C4CA99}"/>
              </a:ext>
            </a:extLst>
          </p:cNvPr>
          <p:cNvSpPr/>
          <p:nvPr/>
        </p:nvSpPr>
        <p:spPr>
          <a:xfrm>
            <a:off x="706628" y="984250"/>
            <a:ext cx="10778744" cy="400050"/>
          </a:xfrm>
          <a:prstGeom prst="rect">
            <a:avLst/>
          </a:prstGeom>
          <a:noFill/>
          <a:ln/>
        </p:spPr>
        <p:txBody>
          <a:bodyPr wrap="square" lIns="0" tIns="0" rIns="0" bIns="0" rtlCol="0" anchor="t">
            <a:normAutofit/>
          </a:bodyPr>
          <a:lstStyle/>
          <a:p>
            <a:pPr marL="0" indent="0" algn="ctr">
              <a:lnSpc>
                <a:spcPts val="2990"/>
              </a:lnSpc>
              <a:buNone/>
            </a:pPr>
            <a:r>
              <a:rPr lang="en-US" sz="2600" b="1" dirty="0">
                <a:solidFill>
                  <a:srgbClr val="FBFAF7"/>
                </a:solidFill>
                <a:latin typeface="Source Sans 3" pitchFamily="34" charset="0"/>
                <a:ea typeface="Source Sans 3" pitchFamily="34" charset="-122"/>
                <a:cs typeface="Source Sans 3" pitchFamily="34" charset="-120"/>
              </a:rPr>
              <a:t>Telecom – Network Outage &amp; Customer Impact</a:t>
            </a:r>
            <a:endParaRPr lang="en-US" sz="2600" dirty="0"/>
          </a:p>
        </p:txBody>
      </p:sp>
      <p:sp>
        <p:nvSpPr>
          <p:cNvPr id="27" name="Text 9">
            <a:extLst>
              <a:ext uri="{FF2B5EF4-FFF2-40B4-BE49-F238E27FC236}">
                <a16:creationId xmlns:a16="http://schemas.microsoft.com/office/drawing/2014/main" id="{18F0DB47-98CE-2912-0837-33A7A80A48A3}"/>
              </a:ext>
            </a:extLst>
          </p:cNvPr>
          <p:cNvSpPr/>
          <p:nvPr/>
        </p:nvSpPr>
        <p:spPr>
          <a:xfrm>
            <a:off x="609600" y="16256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A38"/>
                </a:solidFill>
                <a:latin typeface="Source Sans 3" pitchFamily="34" charset="0"/>
                <a:ea typeface="Source Sans 3" pitchFamily="34" charset="-122"/>
                <a:cs typeface="Source Sans 3" pitchFamily="34" charset="-120"/>
              </a:rPr>
              <a:t>Background</a:t>
            </a:r>
            <a:endParaRPr lang="en-US" sz="1500" dirty="0"/>
          </a:p>
        </p:txBody>
      </p:sp>
      <p:sp>
        <p:nvSpPr>
          <p:cNvPr id="29" name="Text 10">
            <a:extLst>
              <a:ext uri="{FF2B5EF4-FFF2-40B4-BE49-F238E27FC236}">
                <a16:creationId xmlns:a16="http://schemas.microsoft.com/office/drawing/2014/main" id="{8F56DCE0-6651-F88F-C202-43A53D2EABFE}"/>
              </a:ext>
            </a:extLst>
          </p:cNvPr>
          <p:cNvSpPr/>
          <p:nvPr/>
        </p:nvSpPr>
        <p:spPr>
          <a:xfrm>
            <a:off x="609600" y="1892300"/>
            <a:ext cx="5494020"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1"/>
                </a:solidFill>
                <a:latin typeface="Source Sans 3" pitchFamily="34" charset="0"/>
                <a:ea typeface="Source Sans 3" pitchFamily="34" charset="-122"/>
                <a:cs typeface="Source Sans 3" pitchFamily="34" charset="-120"/>
              </a:rPr>
              <a:t>When a cell site or fibre link fails, NOC teams, field engineers and customer care work in separate tools. Customers call repeatedly, agents lack outage context and enterprise SLAs are breached.</a:t>
            </a:r>
            <a:endParaRPr lang="en-US" sz="1300" dirty="0"/>
          </a:p>
        </p:txBody>
      </p:sp>
      <p:sp>
        <p:nvSpPr>
          <p:cNvPr id="31" name="Text 11">
            <a:extLst>
              <a:ext uri="{FF2B5EF4-FFF2-40B4-BE49-F238E27FC236}">
                <a16:creationId xmlns:a16="http://schemas.microsoft.com/office/drawing/2014/main" id="{D0239705-F342-5D90-983D-8BEAA67DB6AF}"/>
              </a:ext>
            </a:extLst>
          </p:cNvPr>
          <p:cNvSpPr/>
          <p:nvPr/>
        </p:nvSpPr>
        <p:spPr>
          <a:xfrm>
            <a:off x="6248400" y="16256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A38"/>
                </a:solidFill>
                <a:latin typeface="Source Sans 3" pitchFamily="34" charset="0"/>
                <a:ea typeface="Source Sans 3" pitchFamily="34" charset="-122"/>
                <a:cs typeface="Source Sans 3" pitchFamily="34" charset="-120"/>
              </a:rPr>
              <a:t>Objective</a:t>
            </a:r>
            <a:endParaRPr lang="en-US" sz="1500" dirty="0"/>
          </a:p>
        </p:txBody>
      </p:sp>
      <p:sp>
        <p:nvSpPr>
          <p:cNvPr id="33" name="Text 12">
            <a:extLst>
              <a:ext uri="{FF2B5EF4-FFF2-40B4-BE49-F238E27FC236}">
                <a16:creationId xmlns:a16="http://schemas.microsoft.com/office/drawing/2014/main" id="{2A990E57-9D4D-280D-D28E-AFF86C880D3F}"/>
              </a:ext>
            </a:extLst>
          </p:cNvPr>
          <p:cNvSpPr/>
          <p:nvPr/>
        </p:nvSpPr>
        <p:spPr>
          <a:xfrm>
            <a:off x="6248400" y="1892300"/>
            <a:ext cx="5494020"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1"/>
                </a:solidFill>
                <a:latin typeface="Source Sans 3" pitchFamily="34" charset="0"/>
                <a:ea typeface="Source Sans 3" pitchFamily="34" charset="-122"/>
                <a:cs typeface="Source Sans 3" pitchFamily="34" charset="-120"/>
              </a:rPr>
              <a:t>Build a platform that links network events to affected sites and customers, coordinates field restoration, and uses Now Assist to keep care agents and customers informed in real time.</a:t>
            </a:r>
            <a:endParaRPr lang="en-US" sz="1300" dirty="0"/>
          </a:p>
        </p:txBody>
      </p:sp>
      <p:sp>
        <p:nvSpPr>
          <p:cNvPr id="35" name="Shape 13">
            <a:extLst>
              <a:ext uri="{FF2B5EF4-FFF2-40B4-BE49-F238E27FC236}">
                <a16:creationId xmlns:a16="http://schemas.microsoft.com/office/drawing/2014/main" id="{97D2541D-6B65-253E-54CE-F122AFC7DC76}"/>
              </a:ext>
            </a:extLst>
          </p:cNvPr>
          <p:cNvSpPr/>
          <p:nvPr/>
        </p:nvSpPr>
        <p:spPr>
          <a:xfrm>
            <a:off x="609600" y="2717800"/>
            <a:ext cx="10972800" cy="381000"/>
          </a:xfrm>
          <a:prstGeom prst="roundRect">
            <a:avLst>
              <a:gd name="adj" fmla="val 6667"/>
            </a:avLst>
          </a:prstGeom>
          <a:solidFill>
            <a:srgbClr val="D4D3F1"/>
          </a:solidFill>
          <a:ln/>
        </p:spPr>
        <p:txBody>
          <a:bodyPr/>
          <a:lstStyle/>
          <a:p>
            <a:endParaRPr lang="en-IN"/>
          </a:p>
        </p:txBody>
      </p:sp>
      <p:sp>
        <p:nvSpPr>
          <p:cNvPr id="37" name="Shape 14">
            <a:extLst>
              <a:ext uri="{FF2B5EF4-FFF2-40B4-BE49-F238E27FC236}">
                <a16:creationId xmlns:a16="http://schemas.microsoft.com/office/drawing/2014/main" id="{68668FAE-0D39-B9A4-55F3-17734D16A503}"/>
              </a:ext>
            </a:extLst>
          </p:cNvPr>
          <p:cNvSpPr/>
          <p:nvPr/>
        </p:nvSpPr>
        <p:spPr>
          <a:xfrm>
            <a:off x="609600" y="2717800"/>
            <a:ext cx="10972800" cy="381000"/>
          </a:xfrm>
          <a:custGeom>
            <a:avLst/>
            <a:gdLst/>
            <a:ahLst/>
            <a:cxnLst/>
            <a:rect l="l" t="t" r="r" b="b"/>
            <a:pathLst>
              <a:path w="10972800" h="381000">
                <a:moveTo>
                  <a:pt x="38100" y="381000"/>
                </a:moveTo>
                <a:lnTo>
                  <a:pt x="25400" y="381000"/>
                </a:lnTo>
                <a:arcTo wR="25400" hR="25400" stAng="5400000" swAng="5400000"/>
                <a:lnTo>
                  <a:pt x="0" y="25400"/>
                </a:lnTo>
                <a:arcTo wR="25400" hR="25400" stAng="10800000" swAng="5400000"/>
                <a:lnTo>
                  <a:pt x="38100" y="0"/>
                </a:lnTo>
                <a:lnTo>
                  <a:pt x="38100" y="381000"/>
                </a:lnTo>
                <a:close/>
              </a:path>
            </a:pathLst>
          </a:custGeom>
          <a:solidFill>
            <a:srgbClr val="4A7A2E"/>
          </a:solidFill>
          <a:ln/>
        </p:spPr>
        <p:txBody>
          <a:bodyPr/>
          <a:lstStyle/>
          <a:p>
            <a:endParaRPr lang="en-IN"/>
          </a:p>
        </p:txBody>
      </p:sp>
      <p:sp>
        <p:nvSpPr>
          <p:cNvPr id="39" name="Text 15">
            <a:extLst>
              <a:ext uri="{FF2B5EF4-FFF2-40B4-BE49-F238E27FC236}">
                <a16:creationId xmlns:a16="http://schemas.microsoft.com/office/drawing/2014/main" id="{47AD7D50-7E89-CF77-A50E-91D6AC89879B}"/>
              </a:ext>
            </a:extLst>
          </p:cNvPr>
          <p:cNvSpPr/>
          <p:nvPr/>
        </p:nvSpPr>
        <p:spPr>
          <a:xfrm>
            <a:off x="800100" y="2806700"/>
            <a:ext cx="10948797"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Domain knowledge to apply:</a:t>
            </a:r>
            <a:r>
              <a:rPr lang="en-US" sz="1200" dirty="0">
                <a:solidFill>
                  <a:srgbClr val="1E2A38"/>
                </a:solidFill>
                <a:latin typeface="Source Sans 3" pitchFamily="34" charset="0"/>
                <a:ea typeface="Source Sans 3" pitchFamily="34" charset="-122"/>
                <a:cs typeface="Source Sans 3" pitchFamily="34" charset="-120"/>
              </a:rPr>
              <a:t> NOC operations, site and cell hierarchy, planned vs unplanned outages, enterprise SLA credits, restoration ETR.</a:t>
            </a:r>
            <a:endParaRPr lang="en-US" sz="1200" dirty="0"/>
          </a:p>
        </p:txBody>
      </p:sp>
      <p:sp>
        <p:nvSpPr>
          <p:cNvPr id="41" name="Text 16">
            <a:extLst>
              <a:ext uri="{FF2B5EF4-FFF2-40B4-BE49-F238E27FC236}">
                <a16:creationId xmlns:a16="http://schemas.microsoft.com/office/drawing/2014/main" id="{1EFBA1F5-AD8C-0946-1EEC-EBB9F48B3523}"/>
              </a:ext>
            </a:extLst>
          </p:cNvPr>
          <p:cNvSpPr/>
          <p:nvPr/>
        </p:nvSpPr>
        <p:spPr>
          <a:xfrm>
            <a:off x="609600" y="32385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70C0"/>
                </a:solidFill>
                <a:latin typeface="Source Sans 3" pitchFamily="34" charset="0"/>
                <a:ea typeface="Source Sans 3" pitchFamily="34" charset="-122"/>
                <a:cs typeface="Source Sans 3" pitchFamily="34" charset="-120"/>
              </a:rPr>
              <a:t>Platform elements to include</a:t>
            </a:r>
            <a:endParaRPr lang="en-US" sz="1500" dirty="0">
              <a:solidFill>
                <a:srgbClr val="0070C0"/>
              </a:solidFill>
            </a:endParaRPr>
          </a:p>
        </p:txBody>
      </p:sp>
      <p:sp>
        <p:nvSpPr>
          <p:cNvPr id="43" name="Text 17">
            <a:extLst>
              <a:ext uri="{FF2B5EF4-FFF2-40B4-BE49-F238E27FC236}">
                <a16:creationId xmlns:a16="http://schemas.microsoft.com/office/drawing/2014/main" id="{FE0BE254-8F00-953E-25CD-C7304239F0AF}"/>
              </a:ext>
            </a:extLst>
          </p:cNvPr>
          <p:cNvSpPr/>
          <p:nvPr/>
        </p:nvSpPr>
        <p:spPr>
          <a:xfrm>
            <a:off x="609600" y="35560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Custom Tables:</a:t>
            </a:r>
            <a:r>
              <a:rPr lang="en-US" sz="1200" dirty="0">
                <a:solidFill>
                  <a:srgbClr val="1E2A38"/>
                </a:solidFill>
                <a:latin typeface="Source Sans 3" pitchFamily="34" charset="0"/>
                <a:ea typeface="Source Sans 3" pitchFamily="34" charset="-122"/>
                <a:cs typeface="Source Sans 3" pitchFamily="34" charset="-120"/>
              </a:rPr>
              <a:t> Sites, network elements, circuits, enterprise customers, outages</a:t>
            </a:r>
            <a:endParaRPr lang="en-US" sz="1200" dirty="0"/>
          </a:p>
        </p:txBody>
      </p:sp>
      <p:sp>
        <p:nvSpPr>
          <p:cNvPr id="45" name="Text 18">
            <a:extLst>
              <a:ext uri="{FF2B5EF4-FFF2-40B4-BE49-F238E27FC236}">
                <a16:creationId xmlns:a16="http://schemas.microsoft.com/office/drawing/2014/main" id="{77654910-00AA-1CCF-C96A-C85DC4CC3D4C}"/>
              </a:ext>
            </a:extLst>
          </p:cNvPr>
          <p:cNvSpPr/>
          <p:nvPr/>
        </p:nvSpPr>
        <p:spPr>
          <a:xfrm>
            <a:off x="609600" y="38481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Event to Incident:</a:t>
            </a:r>
            <a:r>
              <a:rPr lang="en-US" sz="1200" dirty="0">
                <a:solidFill>
                  <a:srgbClr val="1E2A38"/>
                </a:solidFill>
                <a:latin typeface="Source Sans 3" pitchFamily="34" charset="0"/>
                <a:ea typeface="Source Sans 3" pitchFamily="34" charset="-122"/>
                <a:cs typeface="Source Sans 3" pitchFamily="34" charset="-120"/>
              </a:rPr>
              <a:t> Raise a major incident when several alarms hit the same site</a:t>
            </a:r>
            <a:endParaRPr lang="en-US" sz="1200" dirty="0"/>
          </a:p>
        </p:txBody>
      </p:sp>
      <p:sp>
        <p:nvSpPr>
          <p:cNvPr id="47" name="Text 19">
            <a:extLst>
              <a:ext uri="{FF2B5EF4-FFF2-40B4-BE49-F238E27FC236}">
                <a16:creationId xmlns:a16="http://schemas.microsoft.com/office/drawing/2014/main" id="{7E61A47C-4A49-4DB3-448B-A2C9995ADDC1}"/>
              </a:ext>
            </a:extLst>
          </p:cNvPr>
          <p:cNvSpPr/>
          <p:nvPr/>
        </p:nvSpPr>
        <p:spPr>
          <a:xfrm>
            <a:off x="609600" y="41402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Workflows:</a:t>
            </a:r>
            <a:r>
              <a:rPr lang="en-US" sz="1200" dirty="0">
                <a:solidFill>
                  <a:srgbClr val="1E2A38"/>
                </a:solidFill>
                <a:latin typeface="Source Sans 3" pitchFamily="34" charset="0"/>
                <a:ea typeface="Source Sans 3" pitchFamily="34" charset="-122"/>
                <a:cs typeface="Source Sans 3" pitchFamily="34" charset="-120"/>
              </a:rPr>
              <a:t> Field dispatch, escalation matrix and SLA credit calculation</a:t>
            </a:r>
            <a:endParaRPr lang="en-US" sz="1200" dirty="0"/>
          </a:p>
        </p:txBody>
      </p:sp>
      <p:sp>
        <p:nvSpPr>
          <p:cNvPr id="49" name="Text 20">
            <a:extLst>
              <a:ext uri="{FF2B5EF4-FFF2-40B4-BE49-F238E27FC236}">
                <a16:creationId xmlns:a16="http://schemas.microsoft.com/office/drawing/2014/main" id="{B1619FC7-58A3-1375-7ECA-9138B7BAEE17}"/>
              </a:ext>
            </a:extLst>
          </p:cNvPr>
          <p:cNvSpPr/>
          <p:nvPr/>
        </p:nvSpPr>
        <p:spPr>
          <a:xfrm>
            <a:off x="609600" y="44323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Dashboards:</a:t>
            </a:r>
            <a:r>
              <a:rPr lang="en-US" sz="1200" dirty="0">
                <a:solidFill>
                  <a:srgbClr val="1E2A38"/>
                </a:solidFill>
                <a:latin typeface="Source Sans 3" pitchFamily="34" charset="0"/>
                <a:ea typeface="Source Sans 3" pitchFamily="34" charset="-122"/>
                <a:cs typeface="Source Sans 3" pitchFamily="34" charset="-120"/>
              </a:rPr>
              <a:t> Outages by region, MTTR and SLA breach risk</a:t>
            </a:r>
            <a:endParaRPr lang="en-US" sz="1200" dirty="0"/>
          </a:p>
        </p:txBody>
      </p:sp>
      <p:sp>
        <p:nvSpPr>
          <p:cNvPr id="51" name="Text 21">
            <a:extLst>
              <a:ext uri="{FF2B5EF4-FFF2-40B4-BE49-F238E27FC236}">
                <a16:creationId xmlns:a16="http://schemas.microsoft.com/office/drawing/2014/main" id="{9136955F-6632-0C75-6CFB-F85CBD68CA94}"/>
              </a:ext>
            </a:extLst>
          </p:cNvPr>
          <p:cNvSpPr/>
          <p:nvPr/>
        </p:nvSpPr>
        <p:spPr>
          <a:xfrm>
            <a:off x="6248400" y="32385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B0F0"/>
                </a:solidFill>
                <a:latin typeface="Source Sans 3" pitchFamily="34" charset="0"/>
                <a:ea typeface="Source Sans 3" pitchFamily="34" charset="-122"/>
                <a:cs typeface="Source Sans 3" pitchFamily="34" charset="-120"/>
              </a:rPr>
              <a:t>Now Assist elements to include</a:t>
            </a:r>
            <a:endParaRPr lang="en-US" sz="1500" dirty="0">
              <a:solidFill>
                <a:srgbClr val="00B0F0"/>
              </a:solidFill>
            </a:endParaRPr>
          </a:p>
        </p:txBody>
      </p:sp>
      <p:sp>
        <p:nvSpPr>
          <p:cNvPr id="53" name="Text 22">
            <a:extLst>
              <a:ext uri="{FF2B5EF4-FFF2-40B4-BE49-F238E27FC236}">
                <a16:creationId xmlns:a16="http://schemas.microsoft.com/office/drawing/2014/main" id="{183E741D-DF56-B548-4D17-51E7019828B5}"/>
              </a:ext>
            </a:extLst>
          </p:cNvPr>
          <p:cNvSpPr/>
          <p:nvPr/>
        </p:nvSpPr>
        <p:spPr>
          <a:xfrm>
            <a:off x="6248400" y="35560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Incident Summarization:</a:t>
            </a:r>
            <a:r>
              <a:rPr lang="en-US" sz="1200" dirty="0">
                <a:solidFill>
                  <a:srgbClr val="1E2A38"/>
                </a:solidFill>
                <a:latin typeface="Source Sans 3" pitchFamily="34" charset="0"/>
                <a:ea typeface="Source Sans 3" pitchFamily="34" charset="-122"/>
                <a:cs typeface="Source Sans 3" pitchFamily="34" charset="-120"/>
              </a:rPr>
              <a:t> Live summary of the major incident for bridge calls</a:t>
            </a:r>
            <a:endParaRPr lang="en-US" sz="1200" dirty="0"/>
          </a:p>
        </p:txBody>
      </p:sp>
      <p:sp>
        <p:nvSpPr>
          <p:cNvPr id="55" name="Text 23">
            <a:extLst>
              <a:ext uri="{FF2B5EF4-FFF2-40B4-BE49-F238E27FC236}">
                <a16:creationId xmlns:a16="http://schemas.microsoft.com/office/drawing/2014/main" id="{2308AA61-B590-46F7-2A40-7CDE08F22179}"/>
              </a:ext>
            </a:extLst>
          </p:cNvPr>
          <p:cNvSpPr/>
          <p:nvPr/>
        </p:nvSpPr>
        <p:spPr>
          <a:xfrm>
            <a:off x="6248400" y="3848100"/>
            <a:ext cx="5494020" cy="4318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Outage Communication:</a:t>
            </a:r>
            <a:r>
              <a:rPr lang="en-US" sz="1200" dirty="0">
                <a:solidFill>
                  <a:srgbClr val="1E2A38"/>
                </a:solidFill>
                <a:latin typeface="Source Sans 3" pitchFamily="34" charset="0"/>
                <a:ea typeface="Source Sans 3" pitchFamily="34" charset="-122"/>
                <a:cs typeface="Source Sans 3" pitchFamily="34" charset="-120"/>
              </a:rPr>
              <a:t> Generate outage notices and ETR updates for care and SMS</a:t>
            </a:r>
            <a:endParaRPr lang="en-US" sz="1200" dirty="0"/>
          </a:p>
        </p:txBody>
      </p:sp>
      <p:sp>
        <p:nvSpPr>
          <p:cNvPr id="57" name="Text 24">
            <a:extLst>
              <a:ext uri="{FF2B5EF4-FFF2-40B4-BE49-F238E27FC236}">
                <a16:creationId xmlns:a16="http://schemas.microsoft.com/office/drawing/2014/main" id="{5F041F85-5293-EC23-D80B-1635635E8EAC}"/>
              </a:ext>
            </a:extLst>
          </p:cNvPr>
          <p:cNvSpPr/>
          <p:nvPr/>
        </p:nvSpPr>
        <p:spPr>
          <a:xfrm>
            <a:off x="6248400" y="4114796"/>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Now Assist in Virtual Agent:</a:t>
            </a:r>
            <a:r>
              <a:rPr lang="en-US" sz="1200" dirty="0">
                <a:solidFill>
                  <a:srgbClr val="1E2A38"/>
                </a:solidFill>
                <a:latin typeface="Source Sans 3" pitchFamily="34" charset="0"/>
                <a:ea typeface="Source Sans 3" pitchFamily="34" charset="-122"/>
                <a:cs typeface="Source Sans 3" pitchFamily="34" charset="-120"/>
              </a:rPr>
              <a:t> Tell callers if their area has a known outage</a:t>
            </a:r>
            <a:endParaRPr lang="en-US" sz="1200" dirty="0"/>
          </a:p>
        </p:txBody>
      </p:sp>
      <p:sp>
        <p:nvSpPr>
          <p:cNvPr id="59" name="Text 25">
            <a:extLst>
              <a:ext uri="{FF2B5EF4-FFF2-40B4-BE49-F238E27FC236}">
                <a16:creationId xmlns:a16="http://schemas.microsoft.com/office/drawing/2014/main" id="{84CB11D8-65EF-FC03-DED4-0B9CD01FE24F}"/>
              </a:ext>
            </a:extLst>
          </p:cNvPr>
          <p:cNvSpPr/>
          <p:nvPr/>
        </p:nvSpPr>
        <p:spPr>
          <a:xfrm>
            <a:off x="6248400" y="4406896"/>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Post-Incident Review:</a:t>
            </a:r>
            <a:r>
              <a:rPr lang="en-US" sz="1200" dirty="0">
                <a:solidFill>
                  <a:srgbClr val="1E2A38"/>
                </a:solidFill>
                <a:latin typeface="Source Sans 3" pitchFamily="34" charset="0"/>
                <a:ea typeface="Source Sans 3" pitchFamily="34" charset="-122"/>
                <a:cs typeface="Source Sans 3" pitchFamily="34" charset="-120"/>
              </a:rPr>
              <a:t> Draft the RCA from the incident timeline and work notes</a:t>
            </a:r>
            <a:endParaRPr lang="en-US" sz="1200" dirty="0"/>
          </a:p>
        </p:txBody>
      </p:sp>
    </p:spTree>
    <p:extLst>
      <p:ext uri="{BB962C8B-B14F-4D97-AF65-F5344CB8AC3E}">
        <p14:creationId xmlns:p14="http://schemas.microsoft.com/office/powerpoint/2010/main" val="2909673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0">
            <a:extLst>
              <a:ext uri="{FF2B5EF4-FFF2-40B4-BE49-F238E27FC236}">
                <a16:creationId xmlns:a16="http://schemas.microsoft.com/office/drawing/2014/main" id="{4212C66E-961A-498A-E9F7-A0EA10013F95}"/>
              </a:ext>
            </a:extLst>
          </p:cNvPr>
          <p:cNvSpPr/>
          <p:nvPr/>
        </p:nvSpPr>
        <p:spPr>
          <a:xfrm>
            <a:off x="609600" y="457200"/>
            <a:ext cx="1009055"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1"/>
                </a:solidFill>
                <a:latin typeface="Source Sans 3" pitchFamily="34" charset="0"/>
                <a:ea typeface="Source Sans 3" pitchFamily="34" charset="-122"/>
                <a:cs typeface="Source Sans 3" pitchFamily="34" charset="-120"/>
              </a:rPr>
              <a:t>PROBLEM 06</a:t>
            </a:r>
            <a:endParaRPr lang="en-US" sz="1200" dirty="0"/>
          </a:p>
        </p:txBody>
      </p:sp>
      <p:sp>
        <p:nvSpPr>
          <p:cNvPr id="11" name="Shape 1">
            <a:extLst>
              <a:ext uri="{FF2B5EF4-FFF2-40B4-BE49-F238E27FC236}">
                <a16:creationId xmlns:a16="http://schemas.microsoft.com/office/drawing/2014/main" id="{9E043C03-C70E-BEAD-C18F-88923E9E41BF}"/>
              </a:ext>
            </a:extLst>
          </p:cNvPr>
          <p:cNvSpPr/>
          <p:nvPr/>
        </p:nvSpPr>
        <p:spPr>
          <a:xfrm>
            <a:off x="7097117" y="406400"/>
            <a:ext cx="1736923" cy="311150"/>
          </a:xfrm>
          <a:prstGeom prst="roundRect">
            <a:avLst>
              <a:gd name="adj" fmla="val 20408"/>
            </a:avLst>
          </a:prstGeom>
          <a:solidFill>
            <a:srgbClr val="0070C0"/>
          </a:solidFill>
          <a:ln/>
        </p:spPr>
        <p:txBody>
          <a:bodyPr/>
          <a:lstStyle/>
          <a:p>
            <a:endParaRPr lang="en-IN"/>
          </a:p>
        </p:txBody>
      </p:sp>
      <p:sp>
        <p:nvSpPr>
          <p:cNvPr id="13" name="Text 2">
            <a:extLst>
              <a:ext uri="{FF2B5EF4-FFF2-40B4-BE49-F238E27FC236}">
                <a16:creationId xmlns:a16="http://schemas.microsoft.com/office/drawing/2014/main" id="{12207E88-C791-8E03-B1B9-B222BA232845}"/>
              </a:ext>
            </a:extLst>
          </p:cNvPr>
          <p:cNvSpPr/>
          <p:nvPr/>
        </p:nvSpPr>
        <p:spPr>
          <a:xfrm>
            <a:off x="7274917" y="457200"/>
            <a:ext cx="143212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ServiceNow Platform</a:t>
            </a:r>
            <a:endParaRPr lang="en-US" sz="1200" dirty="0"/>
          </a:p>
        </p:txBody>
      </p:sp>
      <p:sp>
        <p:nvSpPr>
          <p:cNvPr id="15" name="Shape 3">
            <a:extLst>
              <a:ext uri="{FF2B5EF4-FFF2-40B4-BE49-F238E27FC236}">
                <a16:creationId xmlns:a16="http://schemas.microsoft.com/office/drawing/2014/main" id="{68ED623E-82B0-0220-0558-BDA7EED5D9C8}"/>
              </a:ext>
            </a:extLst>
          </p:cNvPr>
          <p:cNvSpPr/>
          <p:nvPr/>
        </p:nvSpPr>
        <p:spPr>
          <a:xfrm>
            <a:off x="8935641" y="406400"/>
            <a:ext cx="1059755" cy="311150"/>
          </a:xfrm>
          <a:prstGeom prst="roundRect">
            <a:avLst>
              <a:gd name="adj" fmla="val 20408"/>
            </a:avLst>
          </a:prstGeom>
          <a:solidFill>
            <a:srgbClr val="00B0F0"/>
          </a:solidFill>
          <a:ln/>
        </p:spPr>
        <p:txBody>
          <a:bodyPr/>
          <a:lstStyle/>
          <a:p>
            <a:endParaRPr lang="en-IN"/>
          </a:p>
        </p:txBody>
      </p:sp>
      <p:sp>
        <p:nvSpPr>
          <p:cNvPr id="17" name="Text 4">
            <a:extLst>
              <a:ext uri="{FF2B5EF4-FFF2-40B4-BE49-F238E27FC236}">
                <a16:creationId xmlns:a16="http://schemas.microsoft.com/office/drawing/2014/main" id="{8921A9FD-23CD-9740-A1B8-791107989A1F}"/>
              </a:ext>
            </a:extLst>
          </p:cNvPr>
          <p:cNvSpPr/>
          <p:nvPr/>
        </p:nvSpPr>
        <p:spPr>
          <a:xfrm>
            <a:off x="9113441" y="457200"/>
            <a:ext cx="754955"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Now Assist</a:t>
            </a:r>
            <a:endParaRPr lang="en-US" sz="1200" dirty="0"/>
          </a:p>
        </p:txBody>
      </p:sp>
      <p:sp>
        <p:nvSpPr>
          <p:cNvPr id="19" name="Shape 5">
            <a:extLst>
              <a:ext uri="{FF2B5EF4-FFF2-40B4-BE49-F238E27FC236}">
                <a16:creationId xmlns:a16="http://schemas.microsoft.com/office/drawing/2014/main" id="{4C9F49C6-19F7-B348-94B8-7097B73497C8}"/>
              </a:ext>
            </a:extLst>
          </p:cNvPr>
          <p:cNvSpPr/>
          <p:nvPr/>
        </p:nvSpPr>
        <p:spPr>
          <a:xfrm>
            <a:off x="10096996" y="406400"/>
            <a:ext cx="1485404" cy="311150"/>
          </a:xfrm>
          <a:prstGeom prst="roundRect">
            <a:avLst>
              <a:gd name="adj" fmla="val 20408"/>
            </a:avLst>
          </a:prstGeom>
          <a:solidFill>
            <a:srgbClr val="00828E"/>
          </a:solidFill>
          <a:ln/>
        </p:spPr>
        <p:txBody>
          <a:bodyPr/>
          <a:lstStyle/>
          <a:p>
            <a:endParaRPr lang="en-IN"/>
          </a:p>
        </p:txBody>
      </p:sp>
      <p:sp>
        <p:nvSpPr>
          <p:cNvPr id="21" name="Text 6">
            <a:extLst>
              <a:ext uri="{FF2B5EF4-FFF2-40B4-BE49-F238E27FC236}">
                <a16:creationId xmlns:a16="http://schemas.microsoft.com/office/drawing/2014/main" id="{010C3CD3-39CA-AACF-CB46-D18F3B4CA153}"/>
              </a:ext>
            </a:extLst>
          </p:cNvPr>
          <p:cNvSpPr/>
          <p:nvPr/>
        </p:nvSpPr>
        <p:spPr>
          <a:xfrm>
            <a:off x="10274796" y="457200"/>
            <a:ext cx="1180604"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Higher Education</a:t>
            </a:r>
            <a:endParaRPr lang="en-US" sz="1200" dirty="0"/>
          </a:p>
        </p:txBody>
      </p:sp>
      <p:sp>
        <p:nvSpPr>
          <p:cNvPr id="23" name="Shape 7">
            <a:extLst>
              <a:ext uri="{FF2B5EF4-FFF2-40B4-BE49-F238E27FC236}">
                <a16:creationId xmlns:a16="http://schemas.microsoft.com/office/drawing/2014/main" id="{7D5CE503-F700-C89D-B7BB-4CE2D6A3A477}"/>
              </a:ext>
            </a:extLst>
          </p:cNvPr>
          <p:cNvSpPr/>
          <p:nvPr/>
        </p:nvSpPr>
        <p:spPr>
          <a:xfrm>
            <a:off x="609600" y="857250"/>
            <a:ext cx="10972800" cy="628650"/>
          </a:xfrm>
          <a:prstGeom prst="roundRect">
            <a:avLst>
              <a:gd name="adj" fmla="val 6061"/>
            </a:avLst>
          </a:prstGeom>
          <a:solidFill>
            <a:srgbClr val="00828E"/>
          </a:solidFill>
          <a:ln/>
        </p:spPr>
        <p:txBody>
          <a:bodyPr/>
          <a:lstStyle/>
          <a:p>
            <a:endParaRPr lang="en-IN"/>
          </a:p>
        </p:txBody>
      </p:sp>
      <p:sp>
        <p:nvSpPr>
          <p:cNvPr id="25" name="Text 8">
            <a:extLst>
              <a:ext uri="{FF2B5EF4-FFF2-40B4-BE49-F238E27FC236}">
                <a16:creationId xmlns:a16="http://schemas.microsoft.com/office/drawing/2014/main" id="{E9C53256-1AA2-2B9B-2D64-DB56414C173D}"/>
              </a:ext>
            </a:extLst>
          </p:cNvPr>
          <p:cNvSpPr/>
          <p:nvPr/>
        </p:nvSpPr>
        <p:spPr>
          <a:xfrm>
            <a:off x="706628" y="984250"/>
            <a:ext cx="10778744" cy="400050"/>
          </a:xfrm>
          <a:prstGeom prst="rect">
            <a:avLst/>
          </a:prstGeom>
          <a:noFill/>
          <a:ln/>
        </p:spPr>
        <p:txBody>
          <a:bodyPr wrap="square" lIns="0" tIns="0" rIns="0" bIns="0" rtlCol="0" anchor="t">
            <a:normAutofit/>
          </a:bodyPr>
          <a:lstStyle/>
          <a:p>
            <a:pPr marL="0" indent="0" algn="ctr">
              <a:lnSpc>
                <a:spcPts val="2990"/>
              </a:lnSpc>
              <a:buNone/>
            </a:pPr>
            <a:r>
              <a:rPr lang="en-US" sz="2600" b="1" dirty="0">
                <a:solidFill>
                  <a:srgbClr val="FBFAF7"/>
                </a:solidFill>
                <a:latin typeface="Source Sans 3" pitchFamily="34" charset="0"/>
                <a:ea typeface="Source Sans 3" pitchFamily="34" charset="-122"/>
                <a:cs typeface="Source Sans 3" pitchFamily="34" charset="-120"/>
              </a:rPr>
              <a:t>Higher Education – Unified Student Services Hub</a:t>
            </a:r>
            <a:endParaRPr lang="en-US" sz="2600" dirty="0"/>
          </a:p>
        </p:txBody>
      </p:sp>
      <p:sp>
        <p:nvSpPr>
          <p:cNvPr id="27" name="Text 9">
            <a:extLst>
              <a:ext uri="{FF2B5EF4-FFF2-40B4-BE49-F238E27FC236}">
                <a16:creationId xmlns:a16="http://schemas.microsoft.com/office/drawing/2014/main" id="{73B0363F-EC19-9E97-E83B-A8C206D0CDD7}"/>
              </a:ext>
            </a:extLst>
          </p:cNvPr>
          <p:cNvSpPr/>
          <p:nvPr/>
        </p:nvSpPr>
        <p:spPr>
          <a:xfrm>
            <a:off x="609600" y="16256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A38"/>
                </a:solidFill>
                <a:latin typeface="Source Sans 3" pitchFamily="34" charset="0"/>
                <a:ea typeface="Source Sans 3" pitchFamily="34" charset="-122"/>
                <a:cs typeface="Source Sans 3" pitchFamily="34" charset="-120"/>
              </a:rPr>
              <a:t>Background</a:t>
            </a:r>
            <a:endParaRPr lang="en-US" sz="1500" dirty="0"/>
          </a:p>
        </p:txBody>
      </p:sp>
      <p:sp>
        <p:nvSpPr>
          <p:cNvPr id="29" name="Text 10">
            <a:extLst>
              <a:ext uri="{FF2B5EF4-FFF2-40B4-BE49-F238E27FC236}">
                <a16:creationId xmlns:a16="http://schemas.microsoft.com/office/drawing/2014/main" id="{3C54E605-870D-4F00-4FB6-7B77239B888F}"/>
              </a:ext>
            </a:extLst>
          </p:cNvPr>
          <p:cNvSpPr/>
          <p:nvPr/>
        </p:nvSpPr>
        <p:spPr>
          <a:xfrm>
            <a:off x="609600" y="1892300"/>
            <a:ext cx="5494020"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1"/>
                </a:solidFill>
                <a:latin typeface="Source Sans 3" pitchFamily="34" charset="0"/>
                <a:ea typeface="Source Sans 3" pitchFamily="34" charset="-122"/>
                <a:cs typeface="Source Sans 3" pitchFamily="34" charset="-120"/>
              </a:rPr>
              <a:t>Universities handle questions on admissions, fees, scholarships, hostels, exams and IT through separate offices and mailboxes. Admission and exam seasons overwhelm staff.</a:t>
            </a:r>
            <a:endParaRPr lang="en-US" sz="1300" dirty="0"/>
          </a:p>
        </p:txBody>
      </p:sp>
      <p:sp>
        <p:nvSpPr>
          <p:cNvPr id="31" name="Text 11">
            <a:extLst>
              <a:ext uri="{FF2B5EF4-FFF2-40B4-BE49-F238E27FC236}">
                <a16:creationId xmlns:a16="http://schemas.microsoft.com/office/drawing/2014/main" id="{5D09DC43-7FD3-BB67-D1CF-22928C880DD4}"/>
              </a:ext>
            </a:extLst>
          </p:cNvPr>
          <p:cNvSpPr/>
          <p:nvPr/>
        </p:nvSpPr>
        <p:spPr>
          <a:xfrm>
            <a:off x="6248400" y="16256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A38"/>
                </a:solidFill>
                <a:latin typeface="Source Sans 3" pitchFamily="34" charset="0"/>
                <a:ea typeface="Source Sans 3" pitchFamily="34" charset="-122"/>
                <a:cs typeface="Source Sans 3" pitchFamily="34" charset="-120"/>
              </a:rPr>
              <a:t>Objective</a:t>
            </a:r>
            <a:endParaRPr lang="en-US" sz="1500" dirty="0"/>
          </a:p>
        </p:txBody>
      </p:sp>
      <p:sp>
        <p:nvSpPr>
          <p:cNvPr id="33" name="Text 12">
            <a:extLst>
              <a:ext uri="{FF2B5EF4-FFF2-40B4-BE49-F238E27FC236}">
                <a16:creationId xmlns:a16="http://schemas.microsoft.com/office/drawing/2014/main" id="{F74C29FB-55DE-62FF-D15D-3BE567EF2593}"/>
              </a:ext>
            </a:extLst>
          </p:cNvPr>
          <p:cNvSpPr/>
          <p:nvPr/>
        </p:nvSpPr>
        <p:spPr>
          <a:xfrm>
            <a:off x="6248400" y="1892300"/>
            <a:ext cx="5494020"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1"/>
                </a:solidFill>
                <a:latin typeface="Source Sans 3" pitchFamily="34" charset="0"/>
                <a:ea typeface="Source Sans 3" pitchFamily="34" charset="-122"/>
                <a:cs typeface="Source Sans 3" pitchFamily="34" charset="-120"/>
              </a:rPr>
              <a:t>Build a student services platform with one front door, routing to the right office, with Now Assist answering routine questions 24x7 and summarizing complex cases, while protecting marks and personal records.</a:t>
            </a:r>
            <a:endParaRPr lang="en-US" sz="1300" dirty="0"/>
          </a:p>
        </p:txBody>
      </p:sp>
      <p:sp>
        <p:nvSpPr>
          <p:cNvPr id="35" name="Shape 13">
            <a:extLst>
              <a:ext uri="{FF2B5EF4-FFF2-40B4-BE49-F238E27FC236}">
                <a16:creationId xmlns:a16="http://schemas.microsoft.com/office/drawing/2014/main" id="{E97B3EEE-67D2-D42B-B614-C70A94B32094}"/>
              </a:ext>
            </a:extLst>
          </p:cNvPr>
          <p:cNvSpPr/>
          <p:nvPr/>
        </p:nvSpPr>
        <p:spPr>
          <a:xfrm>
            <a:off x="609600" y="2717800"/>
            <a:ext cx="10972800" cy="381000"/>
          </a:xfrm>
          <a:prstGeom prst="roundRect">
            <a:avLst>
              <a:gd name="adj" fmla="val 6667"/>
            </a:avLst>
          </a:prstGeom>
          <a:solidFill>
            <a:srgbClr val="D4D3F1"/>
          </a:solidFill>
          <a:ln/>
        </p:spPr>
        <p:txBody>
          <a:bodyPr/>
          <a:lstStyle/>
          <a:p>
            <a:endParaRPr lang="en-IN"/>
          </a:p>
        </p:txBody>
      </p:sp>
      <p:sp>
        <p:nvSpPr>
          <p:cNvPr id="37" name="Shape 14">
            <a:extLst>
              <a:ext uri="{FF2B5EF4-FFF2-40B4-BE49-F238E27FC236}">
                <a16:creationId xmlns:a16="http://schemas.microsoft.com/office/drawing/2014/main" id="{82A7C414-CE98-DE63-1BA5-11D9182763A1}"/>
              </a:ext>
            </a:extLst>
          </p:cNvPr>
          <p:cNvSpPr/>
          <p:nvPr/>
        </p:nvSpPr>
        <p:spPr>
          <a:xfrm>
            <a:off x="609600" y="2717800"/>
            <a:ext cx="10972800" cy="381000"/>
          </a:xfrm>
          <a:custGeom>
            <a:avLst/>
            <a:gdLst/>
            <a:ahLst/>
            <a:cxnLst/>
            <a:rect l="l" t="t" r="r" b="b"/>
            <a:pathLst>
              <a:path w="10972800" h="381000">
                <a:moveTo>
                  <a:pt x="38100" y="381000"/>
                </a:moveTo>
                <a:lnTo>
                  <a:pt x="25400" y="381000"/>
                </a:lnTo>
                <a:arcTo wR="25400" hR="25400" stAng="5400000" swAng="5400000"/>
                <a:lnTo>
                  <a:pt x="0" y="25400"/>
                </a:lnTo>
                <a:arcTo wR="25400" hR="25400" stAng="10800000" swAng="5400000"/>
                <a:lnTo>
                  <a:pt x="38100" y="0"/>
                </a:lnTo>
                <a:lnTo>
                  <a:pt x="38100" y="381000"/>
                </a:lnTo>
                <a:close/>
              </a:path>
            </a:pathLst>
          </a:custGeom>
          <a:solidFill>
            <a:srgbClr val="4A7A2E"/>
          </a:solidFill>
          <a:ln/>
        </p:spPr>
        <p:txBody>
          <a:bodyPr/>
          <a:lstStyle/>
          <a:p>
            <a:endParaRPr lang="en-IN"/>
          </a:p>
        </p:txBody>
      </p:sp>
      <p:sp>
        <p:nvSpPr>
          <p:cNvPr id="39" name="Text 15">
            <a:extLst>
              <a:ext uri="{FF2B5EF4-FFF2-40B4-BE49-F238E27FC236}">
                <a16:creationId xmlns:a16="http://schemas.microsoft.com/office/drawing/2014/main" id="{00D2EF4B-7032-3FE4-D816-944216C510AA}"/>
              </a:ext>
            </a:extLst>
          </p:cNvPr>
          <p:cNvSpPr/>
          <p:nvPr/>
        </p:nvSpPr>
        <p:spPr>
          <a:xfrm>
            <a:off x="800100" y="2806700"/>
            <a:ext cx="10948797"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Domain knowledge to apply:</a:t>
            </a:r>
            <a:r>
              <a:rPr lang="en-US" sz="1200" dirty="0">
                <a:solidFill>
                  <a:srgbClr val="1E2A38"/>
                </a:solidFill>
                <a:latin typeface="Source Sans 3" pitchFamily="34" charset="0"/>
                <a:ea typeface="Source Sans 3" pitchFamily="34" charset="-122"/>
                <a:cs typeface="Source Sans 3" pitchFamily="34" charset="-120"/>
              </a:rPr>
              <a:t> academic calendar, fee and scholarship cycles, exam re-evaluation, hostel allocation, student data privacy.</a:t>
            </a:r>
            <a:endParaRPr lang="en-US" sz="1200" dirty="0"/>
          </a:p>
        </p:txBody>
      </p:sp>
      <p:sp>
        <p:nvSpPr>
          <p:cNvPr id="41" name="Text 16">
            <a:extLst>
              <a:ext uri="{FF2B5EF4-FFF2-40B4-BE49-F238E27FC236}">
                <a16:creationId xmlns:a16="http://schemas.microsoft.com/office/drawing/2014/main" id="{0856DDDE-17F9-B162-8023-D03C325D7577}"/>
              </a:ext>
            </a:extLst>
          </p:cNvPr>
          <p:cNvSpPr/>
          <p:nvPr/>
        </p:nvSpPr>
        <p:spPr>
          <a:xfrm>
            <a:off x="609600" y="32385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70C0"/>
                </a:solidFill>
                <a:latin typeface="Source Sans 3" pitchFamily="34" charset="0"/>
                <a:ea typeface="Source Sans 3" pitchFamily="34" charset="-122"/>
                <a:cs typeface="Source Sans 3" pitchFamily="34" charset="-120"/>
              </a:rPr>
              <a:t>Platform elements to include</a:t>
            </a:r>
            <a:endParaRPr lang="en-US" sz="1500" dirty="0">
              <a:solidFill>
                <a:srgbClr val="0070C0"/>
              </a:solidFill>
            </a:endParaRPr>
          </a:p>
        </p:txBody>
      </p:sp>
      <p:sp>
        <p:nvSpPr>
          <p:cNvPr id="43" name="Text 17">
            <a:extLst>
              <a:ext uri="{FF2B5EF4-FFF2-40B4-BE49-F238E27FC236}">
                <a16:creationId xmlns:a16="http://schemas.microsoft.com/office/drawing/2014/main" id="{AA51BB21-D9AB-A908-3BB8-42AE1A00132E}"/>
              </a:ext>
            </a:extLst>
          </p:cNvPr>
          <p:cNvSpPr/>
          <p:nvPr/>
        </p:nvSpPr>
        <p:spPr>
          <a:xfrm>
            <a:off x="609600" y="35560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Student Portal &amp; Mobile:</a:t>
            </a:r>
            <a:r>
              <a:rPr lang="en-US" sz="1200" dirty="0">
                <a:solidFill>
                  <a:srgbClr val="1E2A38"/>
                </a:solidFill>
                <a:latin typeface="Source Sans 3" pitchFamily="34" charset="0"/>
                <a:ea typeface="Source Sans 3" pitchFamily="34" charset="-122"/>
                <a:cs typeface="Source Sans 3" pitchFamily="34" charset="-120"/>
              </a:rPr>
              <a:t> Raise requests, book counselling slots and track status</a:t>
            </a:r>
            <a:endParaRPr lang="en-US" sz="1200" dirty="0"/>
          </a:p>
        </p:txBody>
      </p:sp>
      <p:sp>
        <p:nvSpPr>
          <p:cNvPr id="45" name="Text 18">
            <a:extLst>
              <a:ext uri="{FF2B5EF4-FFF2-40B4-BE49-F238E27FC236}">
                <a16:creationId xmlns:a16="http://schemas.microsoft.com/office/drawing/2014/main" id="{97788D84-4ED5-01E2-E8C3-6324607895B5}"/>
              </a:ext>
            </a:extLst>
          </p:cNvPr>
          <p:cNvSpPr/>
          <p:nvPr/>
        </p:nvSpPr>
        <p:spPr>
          <a:xfrm>
            <a:off x="609600" y="38481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Service Catalog:</a:t>
            </a:r>
            <a:r>
              <a:rPr lang="en-US" sz="1200" dirty="0">
                <a:solidFill>
                  <a:srgbClr val="1E2A38"/>
                </a:solidFill>
                <a:latin typeface="Source Sans 3" pitchFamily="34" charset="0"/>
                <a:ea typeface="Source Sans 3" pitchFamily="34" charset="-122"/>
                <a:cs typeface="Source Sans 3" pitchFamily="34" charset="-120"/>
              </a:rPr>
              <a:t> Bonafide certificate, transcript, hostel change, fee receipt, Wi-Fi</a:t>
            </a:r>
            <a:endParaRPr lang="en-US" sz="1200" dirty="0"/>
          </a:p>
        </p:txBody>
      </p:sp>
      <p:sp>
        <p:nvSpPr>
          <p:cNvPr id="47" name="Text 19">
            <a:extLst>
              <a:ext uri="{FF2B5EF4-FFF2-40B4-BE49-F238E27FC236}">
                <a16:creationId xmlns:a16="http://schemas.microsoft.com/office/drawing/2014/main" id="{B3809023-5975-56A2-3E1A-3E5F34253BF0}"/>
              </a:ext>
            </a:extLst>
          </p:cNvPr>
          <p:cNvSpPr/>
          <p:nvPr/>
        </p:nvSpPr>
        <p:spPr>
          <a:xfrm>
            <a:off x="609600" y="41402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Workflows &amp; Approvals:</a:t>
            </a:r>
            <a:r>
              <a:rPr lang="en-US" sz="1200" dirty="0">
                <a:solidFill>
                  <a:srgbClr val="1E2A38"/>
                </a:solidFill>
                <a:latin typeface="Source Sans 3" pitchFamily="34" charset="0"/>
                <a:ea typeface="Source Sans 3" pitchFamily="34" charset="-122"/>
                <a:cs typeface="Source Sans 3" pitchFamily="34" charset="-120"/>
              </a:rPr>
              <a:t> HOD and warden approvals, re-evaluation with deadlines</a:t>
            </a:r>
            <a:endParaRPr lang="en-US" sz="1200" dirty="0"/>
          </a:p>
        </p:txBody>
      </p:sp>
      <p:sp>
        <p:nvSpPr>
          <p:cNvPr id="49" name="Text 20">
            <a:extLst>
              <a:ext uri="{FF2B5EF4-FFF2-40B4-BE49-F238E27FC236}">
                <a16:creationId xmlns:a16="http://schemas.microsoft.com/office/drawing/2014/main" id="{2035F225-0362-41FD-DE82-14C465F472FA}"/>
              </a:ext>
            </a:extLst>
          </p:cNvPr>
          <p:cNvSpPr/>
          <p:nvPr/>
        </p:nvSpPr>
        <p:spPr>
          <a:xfrm>
            <a:off x="609600" y="44323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Role-based Access:</a:t>
            </a:r>
            <a:r>
              <a:rPr lang="en-US" sz="1200" dirty="0">
                <a:solidFill>
                  <a:srgbClr val="1E2A38"/>
                </a:solidFill>
                <a:latin typeface="Source Sans 3" pitchFamily="34" charset="0"/>
                <a:ea typeface="Source Sans 3" pitchFamily="34" charset="-122"/>
                <a:cs typeface="Source Sans 3" pitchFamily="34" charset="-120"/>
              </a:rPr>
              <a:t> Students, faculty and admin staff see only permitted data</a:t>
            </a:r>
            <a:endParaRPr lang="en-US" sz="1200" dirty="0"/>
          </a:p>
        </p:txBody>
      </p:sp>
      <p:sp>
        <p:nvSpPr>
          <p:cNvPr id="51" name="Text 21">
            <a:extLst>
              <a:ext uri="{FF2B5EF4-FFF2-40B4-BE49-F238E27FC236}">
                <a16:creationId xmlns:a16="http://schemas.microsoft.com/office/drawing/2014/main" id="{0A45EF77-9C2D-F86E-735A-627AF2307A2A}"/>
              </a:ext>
            </a:extLst>
          </p:cNvPr>
          <p:cNvSpPr/>
          <p:nvPr/>
        </p:nvSpPr>
        <p:spPr>
          <a:xfrm>
            <a:off x="6248400" y="32385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B0F0"/>
                </a:solidFill>
                <a:latin typeface="Source Sans 3" pitchFamily="34" charset="0"/>
                <a:ea typeface="Source Sans 3" pitchFamily="34" charset="-122"/>
                <a:cs typeface="Source Sans 3" pitchFamily="34" charset="-120"/>
              </a:rPr>
              <a:t>Now Assist elements to include</a:t>
            </a:r>
            <a:endParaRPr lang="en-US" sz="1500" dirty="0">
              <a:solidFill>
                <a:srgbClr val="00B0F0"/>
              </a:solidFill>
            </a:endParaRPr>
          </a:p>
        </p:txBody>
      </p:sp>
      <p:sp>
        <p:nvSpPr>
          <p:cNvPr id="53" name="Text 22">
            <a:extLst>
              <a:ext uri="{FF2B5EF4-FFF2-40B4-BE49-F238E27FC236}">
                <a16:creationId xmlns:a16="http://schemas.microsoft.com/office/drawing/2014/main" id="{6F8C328E-65E9-0901-0AED-9404B0CF92F8}"/>
              </a:ext>
            </a:extLst>
          </p:cNvPr>
          <p:cNvSpPr/>
          <p:nvPr/>
        </p:nvSpPr>
        <p:spPr>
          <a:xfrm>
            <a:off x="6248400" y="3556000"/>
            <a:ext cx="5494020" cy="4318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Now Assist in Virtual Agent:</a:t>
            </a:r>
            <a:r>
              <a:rPr lang="en-US" sz="1200" dirty="0">
                <a:solidFill>
                  <a:srgbClr val="1E2A38"/>
                </a:solidFill>
                <a:latin typeface="Source Sans 3" pitchFamily="34" charset="0"/>
                <a:ea typeface="Source Sans 3" pitchFamily="34" charset="-122"/>
                <a:cs typeface="Source Sans 3" pitchFamily="34" charset="-120"/>
              </a:rPr>
              <a:t> Multilingual answers on fees, deadlines and procedures</a:t>
            </a:r>
            <a:endParaRPr lang="en-US" sz="1200" dirty="0"/>
          </a:p>
        </p:txBody>
      </p:sp>
      <p:sp>
        <p:nvSpPr>
          <p:cNvPr id="55" name="Text 23">
            <a:extLst>
              <a:ext uri="{FF2B5EF4-FFF2-40B4-BE49-F238E27FC236}">
                <a16:creationId xmlns:a16="http://schemas.microsoft.com/office/drawing/2014/main" id="{CCF3616E-09B3-0A13-9876-C2604D384CE4}"/>
              </a:ext>
            </a:extLst>
          </p:cNvPr>
          <p:cNvSpPr/>
          <p:nvPr/>
        </p:nvSpPr>
        <p:spPr>
          <a:xfrm>
            <a:off x="6248400" y="383358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AI Search:</a:t>
            </a:r>
            <a:r>
              <a:rPr lang="en-US" sz="1200" dirty="0">
                <a:solidFill>
                  <a:srgbClr val="1E2A38"/>
                </a:solidFill>
                <a:latin typeface="Source Sans 3" pitchFamily="34" charset="0"/>
                <a:ea typeface="Source Sans 3" pitchFamily="34" charset="-122"/>
                <a:cs typeface="Source Sans 3" pitchFamily="34" charset="-120"/>
              </a:rPr>
              <a:t> Search across policies, circulars and the academic calendar</a:t>
            </a:r>
            <a:endParaRPr lang="en-US" sz="1200" dirty="0"/>
          </a:p>
        </p:txBody>
      </p:sp>
      <p:sp>
        <p:nvSpPr>
          <p:cNvPr id="57" name="Text 24">
            <a:extLst>
              <a:ext uri="{FF2B5EF4-FFF2-40B4-BE49-F238E27FC236}">
                <a16:creationId xmlns:a16="http://schemas.microsoft.com/office/drawing/2014/main" id="{207AB45D-6082-6EA2-411B-F8633261EA40}"/>
              </a:ext>
            </a:extLst>
          </p:cNvPr>
          <p:cNvSpPr/>
          <p:nvPr/>
        </p:nvSpPr>
        <p:spPr>
          <a:xfrm>
            <a:off x="6248400" y="412568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Case Summarization:</a:t>
            </a:r>
            <a:r>
              <a:rPr lang="en-US" sz="1200" dirty="0">
                <a:solidFill>
                  <a:srgbClr val="1E2A38"/>
                </a:solidFill>
                <a:latin typeface="Source Sans 3" pitchFamily="34" charset="0"/>
                <a:ea typeface="Source Sans 3" pitchFamily="34" charset="-122"/>
                <a:cs typeface="Source Sans 3" pitchFamily="34" charset="-120"/>
              </a:rPr>
              <a:t> Summaries for counsellors and deans on escalated cases</a:t>
            </a:r>
            <a:endParaRPr lang="en-US" sz="1200" dirty="0"/>
          </a:p>
        </p:txBody>
      </p:sp>
      <p:sp>
        <p:nvSpPr>
          <p:cNvPr id="59" name="Text 25">
            <a:extLst>
              <a:ext uri="{FF2B5EF4-FFF2-40B4-BE49-F238E27FC236}">
                <a16:creationId xmlns:a16="http://schemas.microsoft.com/office/drawing/2014/main" id="{9522E892-BEA7-C2B8-B7FC-903586280762}"/>
              </a:ext>
            </a:extLst>
          </p:cNvPr>
          <p:cNvSpPr/>
          <p:nvPr/>
        </p:nvSpPr>
        <p:spPr>
          <a:xfrm>
            <a:off x="6248400" y="4417780"/>
            <a:ext cx="5494020" cy="4318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Knowledge Generation:</a:t>
            </a:r>
            <a:r>
              <a:rPr lang="en-US" sz="1200" dirty="0">
                <a:solidFill>
                  <a:srgbClr val="1E2A38"/>
                </a:solidFill>
                <a:latin typeface="Source Sans 3" pitchFamily="34" charset="0"/>
                <a:ea typeface="Source Sans 3" pitchFamily="34" charset="-122"/>
                <a:cs typeface="Source Sans 3" pitchFamily="34" charset="-120"/>
              </a:rPr>
              <a:t> Create articles from the most frequent peak-season questions</a:t>
            </a:r>
            <a:endParaRPr lang="en-US" sz="1200" dirty="0"/>
          </a:p>
        </p:txBody>
      </p:sp>
    </p:spTree>
    <p:extLst>
      <p:ext uri="{BB962C8B-B14F-4D97-AF65-F5344CB8AC3E}">
        <p14:creationId xmlns:p14="http://schemas.microsoft.com/office/powerpoint/2010/main" val="34470109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C3D27-D40D-0B03-A23E-4F4E25806663}"/>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260E7A5F-20F0-8055-92B1-B36E77BA8304}"/>
              </a:ext>
            </a:extLst>
          </p:cNvPr>
          <p:cNvSpPr/>
          <p:nvPr/>
        </p:nvSpPr>
        <p:spPr>
          <a:xfrm>
            <a:off x="609600" y="457200"/>
            <a:ext cx="1009055"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1"/>
                </a:solidFill>
                <a:latin typeface="Source Sans 3" pitchFamily="34" charset="0"/>
                <a:ea typeface="Source Sans 3" pitchFamily="34" charset="-122"/>
                <a:cs typeface="Source Sans 3" pitchFamily="34" charset="-120"/>
              </a:rPr>
              <a:t>PROBLEM 07</a:t>
            </a:r>
            <a:endParaRPr lang="en-US" sz="1200" dirty="0"/>
          </a:p>
        </p:txBody>
      </p:sp>
      <p:sp>
        <p:nvSpPr>
          <p:cNvPr id="5" name="Shape 1">
            <a:extLst>
              <a:ext uri="{FF2B5EF4-FFF2-40B4-BE49-F238E27FC236}">
                <a16:creationId xmlns:a16="http://schemas.microsoft.com/office/drawing/2014/main" id="{35AC8837-D3B2-35C1-37ED-10B8EE39ECEB}"/>
              </a:ext>
            </a:extLst>
          </p:cNvPr>
          <p:cNvSpPr/>
          <p:nvPr/>
        </p:nvSpPr>
        <p:spPr>
          <a:xfrm>
            <a:off x="7363321" y="406400"/>
            <a:ext cx="1736923" cy="311150"/>
          </a:xfrm>
          <a:prstGeom prst="roundRect">
            <a:avLst>
              <a:gd name="adj" fmla="val 20408"/>
            </a:avLst>
          </a:prstGeom>
          <a:solidFill>
            <a:srgbClr val="0070C0"/>
          </a:solidFill>
          <a:ln/>
        </p:spPr>
        <p:txBody>
          <a:bodyPr/>
          <a:lstStyle/>
          <a:p>
            <a:endParaRPr lang="en-IN"/>
          </a:p>
        </p:txBody>
      </p:sp>
      <p:sp>
        <p:nvSpPr>
          <p:cNvPr id="7" name="Text 2">
            <a:extLst>
              <a:ext uri="{FF2B5EF4-FFF2-40B4-BE49-F238E27FC236}">
                <a16:creationId xmlns:a16="http://schemas.microsoft.com/office/drawing/2014/main" id="{15F451F0-F900-320A-5397-9A6A54B23E91}"/>
              </a:ext>
            </a:extLst>
          </p:cNvPr>
          <p:cNvSpPr/>
          <p:nvPr/>
        </p:nvSpPr>
        <p:spPr>
          <a:xfrm>
            <a:off x="7541121" y="457200"/>
            <a:ext cx="143212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ServiceNow Platform</a:t>
            </a:r>
            <a:endParaRPr lang="en-US" sz="1200" dirty="0"/>
          </a:p>
        </p:txBody>
      </p:sp>
      <p:sp>
        <p:nvSpPr>
          <p:cNvPr id="9" name="Shape 3">
            <a:extLst>
              <a:ext uri="{FF2B5EF4-FFF2-40B4-BE49-F238E27FC236}">
                <a16:creationId xmlns:a16="http://schemas.microsoft.com/office/drawing/2014/main" id="{47D1B5F7-8587-37A2-2EC6-D4D8B03F9276}"/>
              </a:ext>
            </a:extLst>
          </p:cNvPr>
          <p:cNvSpPr/>
          <p:nvPr/>
        </p:nvSpPr>
        <p:spPr>
          <a:xfrm>
            <a:off x="9201845" y="406400"/>
            <a:ext cx="1059755" cy="311150"/>
          </a:xfrm>
          <a:prstGeom prst="roundRect">
            <a:avLst>
              <a:gd name="adj" fmla="val 20408"/>
            </a:avLst>
          </a:prstGeom>
          <a:solidFill>
            <a:srgbClr val="00B0F0"/>
          </a:solidFill>
          <a:ln/>
        </p:spPr>
        <p:txBody>
          <a:bodyPr/>
          <a:lstStyle/>
          <a:p>
            <a:endParaRPr lang="en-IN"/>
          </a:p>
        </p:txBody>
      </p:sp>
      <p:sp>
        <p:nvSpPr>
          <p:cNvPr id="11" name="Text 4">
            <a:extLst>
              <a:ext uri="{FF2B5EF4-FFF2-40B4-BE49-F238E27FC236}">
                <a16:creationId xmlns:a16="http://schemas.microsoft.com/office/drawing/2014/main" id="{57594DCB-C99C-A381-6761-BBA1D37A5AED}"/>
              </a:ext>
            </a:extLst>
          </p:cNvPr>
          <p:cNvSpPr/>
          <p:nvPr/>
        </p:nvSpPr>
        <p:spPr>
          <a:xfrm>
            <a:off x="9379645" y="457200"/>
            <a:ext cx="754955"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Now Assist</a:t>
            </a:r>
            <a:endParaRPr lang="en-US" sz="1200" dirty="0"/>
          </a:p>
        </p:txBody>
      </p:sp>
      <p:sp>
        <p:nvSpPr>
          <p:cNvPr id="13" name="Shape 5">
            <a:extLst>
              <a:ext uri="{FF2B5EF4-FFF2-40B4-BE49-F238E27FC236}">
                <a16:creationId xmlns:a16="http://schemas.microsoft.com/office/drawing/2014/main" id="{81ECE543-3C5F-967A-78BD-13F085612D6F}"/>
              </a:ext>
            </a:extLst>
          </p:cNvPr>
          <p:cNvSpPr/>
          <p:nvPr/>
        </p:nvSpPr>
        <p:spPr>
          <a:xfrm>
            <a:off x="10363200" y="406400"/>
            <a:ext cx="1219200" cy="311150"/>
          </a:xfrm>
          <a:prstGeom prst="roundRect">
            <a:avLst>
              <a:gd name="adj" fmla="val 20408"/>
            </a:avLst>
          </a:prstGeom>
          <a:solidFill>
            <a:srgbClr val="00828E"/>
          </a:solidFill>
          <a:ln/>
        </p:spPr>
        <p:txBody>
          <a:bodyPr/>
          <a:lstStyle/>
          <a:p>
            <a:endParaRPr lang="en-IN"/>
          </a:p>
        </p:txBody>
      </p:sp>
      <p:sp>
        <p:nvSpPr>
          <p:cNvPr id="15" name="Text 6">
            <a:extLst>
              <a:ext uri="{FF2B5EF4-FFF2-40B4-BE49-F238E27FC236}">
                <a16:creationId xmlns:a16="http://schemas.microsoft.com/office/drawing/2014/main" id="{5F3DF4C5-737F-1FFD-27EC-7F8F088C8C79}"/>
              </a:ext>
            </a:extLst>
          </p:cNvPr>
          <p:cNvSpPr/>
          <p:nvPr/>
        </p:nvSpPr>
        <p:spPr>
          <a:xfrm>
            <a:off x="10541000" y="457200"/>
            <a:ext cx="914400"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Public Sector</a:t>
            </a:r>
            <a:endParaRPr lang="en-US" sz="1200" dirty="0"/>
          </a:p>
        </p:txBody>
      </p:sp>
      <p:sp>
        <p:nvSpPr>
          <p:cNvPr id="17" name="Shape 7">
            <a:extLst>
              <a:ext uri="{FF2B5EF4-FFF2-40B4-BE49-F238E27FC236}">
                <a16:creationId xmlns:a16="http://schemas.microsoft.com/office/drawing/2014/main" id="{6D5449F9-1739-2147-2EA3-25ACDE0455A6}"/>
              </a:ext>
            </a:extLst>
          </p:cNvPr>
          <p:cNvSpPr/>
          <p:nvPr/>
        </p:nvSpPr>
        <p:spPr>
          <a:xfrm>
            <a:off x="609600" y="857250"/>
            <a:ext cx="10972800" cy="628650"/>
          </a:xfrm>
          <a:prstGeom prst="roundRect">
            <a:avLst>
              <a:gd name="adj" fmla="val 6061"/>
            </a:avLst>
          </a:prstGeom>
          <a:solidFill>
            <a:srgbClr val="00828E"/>
          </a:solidFill>
          <a:ln/>
        </p:spPr>
        <p:txBody>
          <a:bodyPr/>
          <a:lstStyle/>
          <a:p>
            <a:endParaRPr lang="en-IN"/>
          </a:p>
        </p:txBody>
      </p:sp>
      <p:sp>
        <p:nvSpPr>
          <p:cNvPr id="19" name="Text 8">
            <a:extLst>
              <a:ext uri="{FF2B5EF4-FFF2-40B4-BE49-F238E27FC236}">
                <a16:creationId xmlns:a16="http://schemas.microsoft.com/office/drawing/2014/main" id="{11F12A8B-D514-2E88-0151-AFD52A7F6D0E}"/>
              </a:ext>
            </a:extLst>
          </p:cNvPr>
          <p:cNvSpPr/>
          <p:nvPr/>
        </p:nvSpPr>
        <p:spPr>
          <a:xfrm>
            <a:off x="706628" y="984250"/>
            <a:ext cx="10778744" cy="400050"/>
          </a:xfrm>
          <a:prstGeom prst="rect">
            <a:avLst/>
          </a:prstGeom>
          <a:noFill/>
          <a:ln/>
        </p:spPr>
        <p:txBody>
          <a:bodyPr wrap="square" lIns="0" tIns="0" rIns="0" bIns="0" rtlCol="0" anchor="t">
            <a:normAutofit/>
          </a:bodyPr>
          <a:lstStyle/>
          <a:p>
            <a:pPr marL="0" indent="0" algn="ctr">
              <a:lnSpc>
                <a:spcPts val="2990"/>
              </a:lnSpc>
              <a:buNone/>
            </a:pPr>
            <a:r>
              <a:rPr lang="en-US" sz="2600" b="1" dirty="0">
                <a:solidFill>
                  <a:srgbClr val="FBFAF7"/>
                </a:solidFill>
                <a:latin typeface="Source Sans 3" pitchFamily="34" charset="0"/>
                <a:ea typeface="Source Sans 3" pitchFamily="34" charset="-122"/>
                <a:cs typeface="Source Sans 3" pitchFamily="34" charset="-120"/>
              </a:rPr>
              <a:t>Public Sector – Citizen Grievance Redressal</a:t>
            </a:r>
            <a:endParaRPr lang="en-US" sz="2600" dirty="0"/>
          </a:p>
        </p:txBody>
      </p:sp>
      <p:sp>
        <p:nvSpPr>
          <p:cNvPr id="21" name="Text 9">
            <a:extLst>
              <a:ext uri="{FF2B5EF4-FFF2-40B4-BE49-F238E27FC236}">
                <a16:creationId xmlns:a16="http://schemas.microsoft.com/office/drawing/2014/main" id="{371BFC4E-7F1C-B89D-F821-6F74800DD937}"/>
              </a:ext>
            </a:extLst>
          </p:cNvPr>
          <p:cNvSpPr/>
          <p:nvPr/>
        </p:nvSpPr>
        <p:spPr>
          <a:xfrm>
            <a:off x="609600" y="16256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A38"/>
                </a:solidFill>
                <a:latin typeface="Source Sans 3" pitchFamily="34" charset="0"/>
                <a:ea typeface="Source Sans 3" pitchFamily="34" charset="-122"/>
                <a:cs typeface="Source Sans 3" pitchFamily="34" charset="-120"/>
              </a:rPr>
              <a:t>Background</a:t>
            </a:r>
            <a:endParaRPr lang="en-US" sz="1500" dirty="0"/>
          </a:p>
        </p:txBody>
      </p:sp>
      <p:sp>
        <p:nvSpPr>
          <p:cNvPr id="23" name="Text 10">
            <a:extLst>
              <a:ext uri="{FF2B5EF4-FFF2-40B4-BE49-F238E27FC236}">
                <a16:creationId xmlns:a16="http://schemas.microsoft.com/office/drawing/2014/main" id="{742F0A0F-4A20-3A4D-5E5D-E17548B686D2}"/>
              </a:ext>
            </a:extLst>
          </p:cNvPr>
          <p:cNvSpPr/>
          <p:nvPr/>
        </p:nvSpPr>
        <p:spPr>
          <a:xfrm>
            <a:off x="609600" y="1892300"/>
            <a:ext cx="5494020"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1"/>
                </a:solidFill>
                <a:latin typeface="Source Sans 3" pitchFamily="34" charset="0"/>
                <a:ea typeface="Source Sans 3" pitchFamily="34" charset="-122"/>
                <a:cs typeface="Source Sans 3" pitchFamily="34" charset="-120"/>
              </a:rPr>
              <a:t>A city corporation gets complaints on water, roads, streetlights and sanitation via helpline, walk-ins, social media and apps. Complaints are duplicated, misrouted and closed unconfirmed.</a:t>
            </a:r>
            <a:endParaRPr lang="en-US" sz="1300" dirty="0"/>
          </a:p>
        </p:txBody>
      </p:sp>
      <p:sp>
        <p:nvSpPr>
          <p:cNvPr id="25" name="Text 11">
            <a:extLst>
              <a:ext uri="{FF2B5EF4-FFF2-40B4-BE49-F238E27FC236}">
                <a16:creationId xmlns:a16="http://schemas.microsoft.com/office/drawing/2014/main" id="{F0726EE7-E6A7-4E8F-3214-4AF3883AE4D5}"/>
              </a:ext>
            </a:extLst>
          </p:cNvPr>
          <p:cNvSpPr/>
          <p:nvPr/>
        </p:nvSpPr>
        <p:spPr>
          <a:xfrm>
            <a:off x="6248400" y="16256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A38"/>
                </a:solidFill>
                <a:latin typeface="Source Sans 3" pitchFamily="34" charset="0"/>
                <a:ea typeface="Source Sans 3" pitchFamily="34" charset="-122"/>
                <a:cs typeface="Source Sans 3" pitchFamily="34" charset="-120"/>
              </a:rPr>
              <a:t>Objective</a:t>
            </a:r>
            <a:endParaRPr lang="en-US" sz="1500" dirty="0"/>
          </a:p>
        </p:txBody>
      </p:sp>
      <p:sp>
        <p:nvSpPr>
          <p:cNvPr id="27" name="Text 12">
            <a:extLst>
              <a:ext uri="{FF2B5EF4-FFF2-40B4-BE49-F238E27FC236}">
                <a16:creationId xmlns:a16="http://schemas.microsoft.com/office/drawing/2014/main" id="{527B32E8-4691-CC3D-5C84-8671F5D9F9EE}"/>
              </a:ext>
            </a:extLst>
          </p:cNvPr>
          <p:cNvSpPr/>
          <p:nvPr/>
        </p:nvSpPr>
        <p:spPr>
          <a:xfrm>
            <a:off x="6248400" y="1892300"/>
            <a:ext cx="5494020"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1"/>
                </a:solidFill>
                <a:latin typeface="Source Sans 3" pitchFamily="34" charset="0"/>
                <a:ea typeface="Source Sans 3" pitchFamily="34" charset="-122"/>
                <a:cs typeface="Source Sans 3" pitchFamily="34" charset="-120"/>
              </a:rPr>
              <a:t>Build a grievance platform that captures complaints from any channel, geo-routes them to the right ward and department, enforces service timelines and uses Now Assist to classify and communicate.</a:t>
            </a:r>
            <a:endParaRPr lang="en-US" sz="1300" dirty="0"/>
          </a:p>
        </p:txBody>
      </p:sp>
      <p:sp>
        <p:nvSpPr>
          <p:cNvPr id="29" name="Shape 13">
            <a:extLst>
              <a:ext uri="{FF2B5EF4-FFF2-40B4-BE49-F238E27FC236}">
                <a16:creationId xmlns:a16="http://schemas.microsoft.com/office/drawing/2014/main" id="{622C79C8-440F-AF3F-0F72-2910D5810C23}"/>
              </a:ext>
            </a:extLst>
          </p:cNvPr>
          <p:cNvSpPr/>
          <p:nvPr/>
        </p:nvSpPr>
        <p:spPr>
          <a:xfrm>
            <a:off x="609600" y="2717800"/>
            <a:ext cx="10972800" cy="381000"/>
          </a:xfrm>
          <a:prstGeom prst="roundRect">
            <a:avLst>
              <a:gd name="adj" fmla="val 6667"/>
            </a:avLst>
          </a:prstGeom>
          <a:solidFill>
            <a:srgbClr val="D4D3F1"/>
          </a:solidFill>
          <a:ln/>
        </p:spPr>
        <p:txBody>
          <a:bodyPr/>
          <a:lstStyle/>
          <a:p>
            <a:endParaRPr lang="en-IN"/>
          </a:p>
        </p:txBody>
      </p:sp>
      <p:sp>
        <p:nvSpPr>
          <p:cNvPr id="31" name="Shape 14">
            <a:extLst>
              <a:ext uri="{FF2B5EF4-FFF2-40B4-BE49-F238E27FC236}">
                <a16:creationId xmlns:a16="http://schemas.microsoft.com/office/drawing/2014/main" id="{5661FC16-05FD-5795-7614-8579F0B7CE91}"/>
              </a:ext>
            </a:extLst>
          </p:cNvPr>
          <p:cNvSpPr/>
          <p:nvPr/>
        </p:nvSpPr>
        <p:spPr>
          <a:xfrm>
            <a:off x="609600" y="2717800"/>
            <a:ext cx="10972800" cy="381000"/>
          </a:xfrm>
          <a:custGeom>
            <a:avLst/>
            <a:gdLst/>
            <a:ahLst/>
            <a:cxnLst/>
            <a:rect l="l" t="t" r="r" b="b"/>
            <a:pathLst>
              <a:path w="10972800" h="381000">
                <a:moveTo>
                  <a:pt x="38100" y="381000"/>
                </a:moveTo>
                <a:lnTo>
                  <a:pt x="25400" y="381000"/>
                </a:lnTo>
                <a:arcTo wR="25400" hR="25400" stAng="5400000" swAng="5400000"/>
                <a:lnTo>
                  <a:pt x="0" y="25400"/>
                </a:lnTo>
                <a:arcTo wR="25400" hR="25400" stAng="10800000" swAng="5400000"/>
                <a:lnTo>
                  <a:pt x="38100" y="0"/>
                </a:lnTo>
                <a:lnTo>
                  <a:pt x="38100" y="381000"/>
                </a:lnTo>
                <a:close/>
              </a:path>
            </a:pathLst>
          </a:custGeom>
          <a:solidFill>
            <a:srgbClr val="4A7A2E"/>
          </a:solidFill>
          <a:ln/>
        </p:spPr>
        <p:txBody>
          <a:bodyPr/>
          <a:lstStyle/>
          <a:p>
            <a:endParaRPr lang="en-IN"/>
          </a:p>
        </p:txBody>
      </p:sp>
      <p:sp>
        <p:nvSpPr>
          <p:cNvPr id="33" name="Text 15">
            <a:extLst>
              <a:ext uri="{FF2B5EF4-FFF2-40B4-BE49-F238E27FC236}">
                <a16:creationId xmlns:a16="http://schemas.microsoft.com/office/drawing/2014/main" id="{F78EF83B-379E-583C-919A-66C6153AC035}"/>
              </a:ext>
            </a:extLst>
          </p:cNvPr>
          <p:cNvSpPr/>
          <p:nvPr/>
        </p:nvSpPr>
        <p:spPr>
          <a:xfrm>
            <a:off x="800100" y="2806700"/>
            <a:ext cx="10948797"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Domain knowledge to apply:</a:t>
            </a:r>
            <a:r>
              <a:rPr lang="en-US" sz="1200" dirty="0">
                <a:solidFill>
                  <a:srgbClr val="1E2A38"/>
                </a:solidFill>
                <a:latin typeface="Source Sans 3" pitchFamily="34" charset="0"/>
                <a:ea typeface="Source Sans 3" pitchFamily="34" charset="-122"/>
                <a:cs typeface="Source Sans 3" pitchFamily="34" charset="-120"/>
              </a:rPr>
              <a:t> ward and zone structure, citizen charter timelines, escalation to commissioner, multilingual access, audit trail.</a:t>
            </a:r>
            <a:endParaRPr lang="en-US" sz="1200" dirty="0"/>
          </a:p>
        </p:txBody>
      </p:sp>
      <p:sp>
        <p:nvSpPr>
          <p:cNvPr id="35" name="Text 16">
            <a:extLst>
              <a:ext uri="{FF2B5EF4-FFF2-40B4-BE49-F238E27FC236}">
                <a16:creationId xmlns:a16="http://schemas.microsoft.com/office/drawing/2014/main" id="{BCA1F687-2AFC-9F7B-91FD-DFDE321A6695}"/>
              </a:ext>
            </a:extLst>
          </p:cNvPr>
          <p:cNvSpPr/>
          <p:nvPr/>
        </p:nvSpPr>
        <p:spPr>
          <a:xfrm>
            <a:off x="609600" y="32385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70C0"/>
                </a:solidFill>
                <a:latin typeface="Source Sans 3" pitchFamily="34" charset="0"/>
                <a:ea typeface="Source Sans 3" pitchFamily="34" charset="-122"/>
                <a:cs typeface="Source Sans 3" pitchFamily="34" charset="-120"/>
              </a:rPr>
              <a:t>Platform elements to include</a:t>
            </a:r>
            <a:endParaRPr lang="en-US" sz="1500" dirty="0">
              <a:solidFill>
                <a:srgbClr val="0070C0"/>
              </a:solidFill>
            </a:endParaRPr>
          </a:p>
        </p:txBody>
      </p:sp>
      <p:sp>
        <p:nvSpPr>
          <p:cNvPr id="37" name="Text 17">
            <a:extLst>
              <a:ext uri="{FF2B5EF4-FFF2-40B4-BE49-F238E27FC236}">
                <a16:creationId xmlns:a16="http://schemas.microsoft.com/office/drawing/2014/main" id="{FE7840AA-A59A-525C-873B-12B3CD069BB7}"/>
              </a:ext>
            </a:extLst>
          </p:cNvPr>
          <p:cNvSpPr/>
          <p:nvPr/>
        </p:nvSpPr>
        <p:spPr>
          <a:xfrm>
            <a:off x="609600" y="35560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Citizen Portal &amp; Mobile:</a:t>
            </a:r>
            <a:r>
              <a:rPr lang="en-US" sz="1200" dirty="0">
                <a:solidFill>
                  <a:srgbClr val="1E2A38"/>
                </a:solidFill>
                <a:latin typeface="Source Sans 3" pitchFamily="34" charset="0"/>
                <a:ea typeface="Source Sans 3" pitchFamily="34" charset="-122"/>
                <a:cs typeface="Source Sans 3" pitchFamily="34" charset="-120"/>
              </a:rPr>
              <a:t> File complaints with photo and GPS location</a:t>
            </a:r>
            <a:endParaRPr lang="en-US" sz="1200" dirty="0"/>
          </a:p>
        </p:txBody>
      </p:sp>
      <p:sp>
        <p:nvSpPr>
          <p:cNvPr id="39" name="Text 18">
            <a:extLst>
              <a:ext uri="{FF2B5EF4-FFF2-40B4-BE49-F238E27FC236}">
                <a16:creationId xmlns:a16="http://schemas.microsoft.com/office/drawing/2014/main" id="{BE35777C-7A63-B190-55F2-E0354BA4686F}"/>
              </a:ext>
            </a:extLst>
          </p:cNvPr>
          <p:cNvSpPr/>
          <p:nvPr/>
        </p:nvSpPr>
        <p:spPr>
          <a:xfrm>
            <a:off x="609600" y="38481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Custom Tables:</a:t>
            </a:r>
            <a:r>
              <a:rPr lang="en-US" sz="1200" dirty="0">
                <a:solidFill>
                  <a:srgbClr val="1E2A38"/>
                </a:solidFill>
                <a:latin typeface="Source Sans 3" pitchFamily="34" charset="0"/>
                <a:ea typeface="Source Sans 3" pitchFamily="34" charset="-122"/>
                <a:cs typeface="Source Sans 3" pitchFamily="34" charset="-120"/>
              </a:rPr>
              <a:t> Wards, departments, officers, categories and civic assets</a:t>
            </a:r>
            <a:endParaRPr lang="en-US" sz="1200" dirty="0"/>
          </a:p>
        </p:txBody>
      </p:sp>
      <p:sp>
        <p:nvSpPr>
          <p:cNvPr id="41" name="Text 19">
            <a:extLst>
              <a:ext uri="{FF2B5EF4-FFF2-40B4-BE49-F238E27FC236}">
                <a16:creationId xmlns:a16="http://schemas.microsoft.com/office/drawing/2014/main" id="{33BB9EF6-8B03-5E61-6896-C49427B5F8B9}"/>
              </a:ext>
            </a:extLst>
          </p:cNvPr>
          <p:cNvSpPr/>
          <p:nvPr/>
        </p:nvSpPr>
        <p:spPr>
          <a:xfrm>
            <a:off x="609600" y="41402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Workflows:</a:t>
            </a:r>
            <a:r>
              <a:rPr lang="en-US" sz="1200" dirty="0">
                <a:solidFill>
                  <a:srgbClr val="1E2A38"/>
                </a:solidFill>
                <a:latin typeface="Source Sans 3" pitchFamily="34" charset="0"/>
                <a:ea typeface="Source Sans 3" pitchFamily="34" charset="-122"/>
                <a:cs typeface="Source Sans 3" pitchFamily="34" charset="-120"/>
              </a:rPr>
              <a:t> Auto-escalation on timeline breach; citizen confirms before closure</a:t>
            </a:r>
            <a:endParaRPr lang="en-US" sz="1200" dirty="0"/>
          </a:p>
        </p:txBody>
      </p:sp>
      <p:sp>
        <p:nvSpPr>
          <p:cNvPr id="43" name="Text 20">
            <a:extLst>
              <a:ext uri="{FF2B5EF4-FFF2-40B4-BE49-F238E27FC236}">
                <a16:creationId xmlns:a16="http://schemas.microsoft.com/office/drawing/2014/main" id="{1E3F6AE7-18F1-A37E-9D68-23E73EEF5207}"/>
              </a:ext>
            </a:extLst>
          </p:cNvPr>
          <p:cNvSpPr/>
          <p:nvPr/>
        </p:nvSpPr>
        <p:spPr>
          <a:xfrm>
            <a:off x="609600" y="44323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Dashboards:</a:t>
            </a:r>
            <a:r>
              <a:rPr lang="en-US" sz="1200" dirty="0">
                <a:solidFill>
                  <a:srgbClr val="1E2A38"/>
                </a:solidFill>
                <a:latin typeface="Source Sans 3" pitchFamily="34" charset="0"/>
                <a:ea typeface="Source Sans 3" pitchFamily="34" charset="-122"/>
                <a:cs typeface="Source Sans 3" pitchFamily="34" charset="-120"/>
              </a:rPr>
              <a:t> Ward-wise pendency, repeat hotspots and officer performance</a:t>
            </a:r>
            <a:endParaRPr lang="en-US" sz="1200" dirty="0"/>
          </a:p>
        </p:txBody>
      </p:sp>
      <p:sp>
        <p:nvSpPr>
          <p:cNvPr id="45" name="Text 21">
            <a:extLst>
              <a:ext uri="{FF2B5EF4-FFF2-40B4-BE49-F238E27FC236}">
                <a16:creationId xmlns:a16="http://schemas.microsoft.com/office/drawing/2014/main" id="{4B6597C1-7DC6-9B0D-498B-B0869D7780FE}"/>
              </a:ext>
            </a:extLst>
          </p:cNvPr>
          <p:cNvSpPr/>
          <p:nvPr/>
        </p:nvSpPr>
        <p:spPr>
          <a:xfrm>
            <a:off x="6248400" y="32385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B0F0"/>
                </a:solidFill>
                <a:latin typeface="Source Sans 3" pitchFamily="34" charset="0"/>
                <a:ea typeface="Source Sans 3" pitchFamily="34" charset="-122"/>
                <a:cs typeface="Source Sans 3" pitchFamily="34" charset="-120"/>
              </a:rPr>
              <a:t>Now Assist elements to include</a:t>
            </a:r>
            <a:endParaRPr lang="en-US" sz="1500" dirty="0">
              <a:solidFill>
                <a:srgbClr val="00B0F0"/>
              </a:solidFill>
            </a:endParaRPr>
          </a:p>
        </p:txBody>
      </p:sp>
      <p:sp>
        <p:nvSpPr>
          <p:cNvPr id="47" name="Text 22">
            <a:extLst>
              <a:ext uri="{FF2B5EF4-FFF2-40B4-BE49-F238E27FC236}">
                <a16:creationId xmlns:a16="http://schemas.microsoft.com/office/drawing/2014/main" id="{E21E6533-7453-18F7-541E-DEA2FECC4557}"/>
              </a:ext>
            </a:extLst>
          </p:cNvPr>
          <p:cNvSpPr/>
          <p:nvPr/>
        </p:nvSpPr>
        <p:spPr>
          <a:xfrm>
            <a:off x="6248400" y="3556000"/>
            <a:ext cx="5494020" cy="4318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Smart Categorization:</a:t>
            </a:r>
            <a:r>
              <a:rPr lang="en-US" sz="1200" dirty="0">
                <a:solidFill>
                  <a:srgbClr val="1E2A38"/>
                </a:solidFill>
                <a:latin typeface="Source Sans 3" pitchFamily="34" charset="0"/>
                <a:ea typeface="Source Sans 3" pitchFamily="34" charset="-122"/>
                <a:cs typeface="Source Sans 3" pitchFamily="34" charset="-120"/>
              </a:rPr>
              <a:t> Classify free-text complaints and route to the right department</a:t>
            </a:r>
            <a:endParaRPr lang="en-US" sz="1200" dirty="0"/>
          </a:p>
        </p:txBody>
      </p:sp>
      <p:sp>
        <p:nvSpPr>
          <p:cNvPr id="49" name="Text 23">
            <a:extLst>
              <a:ext uri="{FF2B5EF4-FFF2-40B4-BE49-F238E27FC236}">
                <a16:creationId xmlns:a16="http://schemas.microsoft.com/office/drawing/2014/main" id="{9BC6E648-24C7-E257-5EBB-1464B4A8022F}"/>
              </a:ext>
            </a:extLst>
          </p:cNvPr>
          <p:cNvSpPr/>
          <p:nvPr/>
        </p:nvSpPr>
        <p:spPr>
          <a:xfrm>
            <a:off x="6248400" y="3833582"/>
            <a:ext cx="5494020" cy="2639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Now Assist Skill Kit:</a:t>
            </a:r>
            <a:r>
              <a:rPr lang="en-US" sz="1200" dirty="0">
                <a:solidFill>
                  <a:srgbClr val="1E2A38"/>
                </a:solidFill>
                <a:latin typeface="Source Sans 3" pitchFamily="34" charset="0"/>
                <a:ea typeface="Source Sans 3" pitchFamily="34" charset="-122"/>
                <a:cs typeface="Source Sans 3" pitchFamily="34" charset="-120"/>
              </a:rPr>
              <a:t> Custom skill that groups duplicate complaints on the same issue</a:t>
            </a:r>
            <a:endParaRPr lang="en-US" sz="1200" dirty="0"/>
          </a:p>
        </p:txBody>
      </p:sp>
      <p:sp>
        <p:nvSpPr>
          <p:cNvPr id="51" name="Text 24">
            <a:extLst>
              <a:ext uri="{FF2B5EF4-FFF2-40B4-BE49-F238E27FC236}">
                <a16:creationId xmlns:a16="http://schemas.microsoft.com/office/drawing/2014/main" id="{291BCF96-925F-8085-1AB2-26180C390FFC}"/>
              </a:ext>
            </a:extLst>
          </p:cNvPr>
          <p:cNvSpPr/>
          <p:nvPr/>
        </p:nvSpPr>
        <p:spPr>
          <a:xfrm>
            <a:off x="6248400" y="4089396"/>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Multilingual Updates:</a:t>
            </a:r>
            <a:r>
              <a:rPr lang="en-US" sz="1200" dirty="0">
                <a:solidFill>
                  <a:srgbClr val="1E2A38"/>
                </a:solidFill>
                <a:latin typeface="Source Sans 3" pitchFamily="34" charset="0"/>
                <a:ea typeface="Source Sans 3" pitchFamily="34" charset="-122"/>
                <a:cs typeface="Source Sans 3" pitchFamily="34" charset="-120"/>
              </a:rPr>
              <a:t> Generate status messages in the citizen's language</a:t>
            </a:r>
            <a:endParaRPr lang="en-US" sz="1200" dirty="0"/>
          </a:p>
        </p:txBody>
      </p:sp>
      <p:sp>
        <p:nvSpPr>
          <p:cNvPr id="53" name="Text 25">
            <a:extLst>
              <a:ext uri="{FF2B5EF4-FFF2-40B4-BE49-F238E27FC236}">
                <a16:creationId xmlns:a16="http://schemas.microsoft.com/office/drawing/2014/main" id="{E5BEA5C2-4EB8-AC7D-CB1A-2BD80AA71B42}"/>
              </a:ext>
            </a:extLst>
          </p:cNvPr>
          <p:cNvSpPr/>
          <p:nvPr/>
        </p:nvSpPr>
        <p:spPr>
          <a:xfrm>
            <a:off x="6248400" y="4381496"/>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Executive Brief:</a:t>
            </a:r>
            <a:r>
              <a:rPr lang="en-US" sz="1200" dirty="0">
                <a:solidFill>
                  <a:srgbClr val="1E2A38"/>
                </a:solidFill>
                <a:latin typeface="Source Sans 3" pitchFamily="34" charset="0"/>
                <a:ea typeface="Source Sans 3" pitchFamily="34" charset="-122"/>
                <a:cs typeface="Source Sans 3" pitchFamily="34" charset="-120"/>
              </a:rPr>
              <a:t> Weekly generated summary of trends and hotspots</a:t>
            </a:r>
            <a:endParaRPr lang="en-US" sz="1200" dirty="0"/>
          </a:p>
        </p:txBody>
      </p:sp>
    </p:spTree>
    <p:extLst>
      <p:ext uri="{BB962C8B-B14F-4D97-AF65-F5344CB8AC3E}">
        <p14:creationId xmlns:p14="http://schemas.microsoft.com/office/powerpoint/2010/main" val="992496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748A1-DDC7-1A51-E8D6-C9FB696F6507}"/>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99AC494D-4E72-D4D5-3F6B-4BC129FBB1B6}"/>
              </a:ext>
            </a:extLst>
          </p:cNvPr>
          <p:cNvSpPr/>
          <p:nvPr/>
        </p:nvSpPr>
        <p:spPr>
          <a:xfrm>
            <a:off x="609600" y="457200"/>
            <a:ext cx="1009055"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1"/>
                </a:solidFill>
                <a:latin typeface="Source Sans 3" pitchFamily="34" charset="0"/>
                <a:ea typeface="Source Sans 3" pitchFamily="34" charset="-122"/>
                <a:cs typeface="Source Sans 3" pitchFamily="34" charset="-120"/>
              </a:rPr>
              <a:t>PROBLEM 08</a:t>
            </a:r>
            <a:endParaRPr lang="en-US" sz="1200" dirty="0"/>
          </a:p>
        </p:txBody>
      </p:sp>
      <p:sp>
        <p:nvSpPr>
          <p:cNvPr id="5" name="Shape 1">
            <a:extLst>
              <a:ext uri="{FF2B5EF4-FFF2-40B4-BE49-F238E27FC236}">
                <a16:creationId xmlns:a16="http://schemas.microsoft.com/office/drawing/2014/main" id="{D3862B16-080C-35AC-FC97-7199AE88AB39}"/>
              </a:ext>
            </a:extLst>
          </p:cNvPr>
          <p:cNvSpPr/>
          <p:nvPr/>
        </p:nvSpPr>
        <p:spPr>
          <a:xfrm>
            <a:off x="7390507" y="406400"/>
            <a:ext cx="1736923" cy="311150"/>
          </a:xfrm>
          <a:prstGeom prst="roundRect">
            <a:avLst>
              <a:gd name="adj" fmla="val 20408"/>
            </a:avLst>
          </a:prstGeom>
          <a:solidFill>
            <a:srgbClr val="0070C0"/>
          </a:solidFill>
          <a:ln/>
        </p:spPr>
        <p:txBody>
          <a:bodyPr/>
          <a:lstStyle/>
          <a:p>
            <a:endParaRPr lang="en-IN"/>
          </a:p>
        </p:txBody>
      </p:sp>
      <p:sp>
        <p:nvSpPr>
          <p:cNvPr id="7" name="Text 2">
            <a:extLst>
              <a:ext uri="{FF2B5EF4-FFF2-40B4-BE49-F238E27FC236}">
                <a16:creationId xmlns:a16="http://schemas.microsoft.com/office/drawing/2014/main" id="{483015BD-C1E8-9DD9-9D54-30565DFC0F1A}"/>
              </a:ext>
            </a:extLst>
          </p:cNvPr>
          <p:cNvSpPr/>
          <p:nvPr/>
        </p:nvSpPr>
        <p:spPr>
          <a:xfrm>
            <a:off x="7568307" y="457200"/>
            <a:ext cx="143212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ServiceNow Platform</a:t>
            </a:r>
            <a:endParaRPr lang="en-US" sz="1200" dirty="0"/>
          </a:p>
        </p:txBody>
      </p:sp>
      <p:sp>
        <p:nvSpPr>
          <p:cNvPr id="9" name="Shape 3">
            <a:extLst>
              <a:ext uri="{FF2B5EF4-FFF2-40B4-BE49-F238E27FC236}">
                <a16:creationId xmlns:a16="http://schemas.microsoft.com/office/drawing/2014/main" id="{4A0C2E7C-7483-0F48-4F45-4561D11E35A9}"/>
              </a:ext>
            </a:extLst>
          </p:cNvPr>
          <p:cNvSpPr/>
          <p:nvPr/>
        </p:nvSpPr>
        <p:spPr>
          <a:xfrm>
            <a:off x="9229030" y="406400"/>
            <a:ext cx="1059755" cy="311150"/>
          </a:xfrm>
          <a:prstGeom prst="roundRect">
            <a:avLst>
              <a:gd name="adj" fmla="val 20408"/>
            </a:avLst>
          </a:prstGeom>
          <a:solidFill>
            <a:srgbClr val="00B0F0"/>
          </a:solidFill>
          <a:ln/>
        </p:spPr>
        <p:txBody>
          <a:bodyPr/>
          <a:lstStyle/>
          <a:p>
            <a:endParaRPr lang="en-IN"/>
          </a:p>
        </p:txBody>
      </p:sp>
      <p:sp>
        <p:nvSpPr>
          <p:cNvPr id="11" name="Text 4">
            <a:extLst>
              <a:ext uri="{FF2B5EF4-FFF2-40B4-BE49-F238E27FC236}">
                <a16:creationId xmlns:a16="http://schemas.microsoft.com/office/drawing/2014/main" id="{8D09857B-0F5E-5B94-C5DA-DADC8B58FD3A}"/>
              </a:ext>
            </a:extLst>
          </p:cNvPr>
          <p:cNvSpPr/>
          <p:nvPr/>
        </p:nvSpPr>
        <p:spPr>
          <a:xfrm>
            <a:off x="9406830" y="457200"/>
            <a:ext cx="754955"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Now Assist</a:t>
            </a:r>
            <a:endParaRPr lang="en-US" sz="1200" dirty="0"/>
          </a:p>
        </p:txBody>
      </p:sp>
      <p:sp>
        <p:nvSpPr>
          <p:cNvPr id="13" name="Shape 5">
            <a:extLst>
              <a:ext uri="{FF2B5EF4-FFF2-40B4-BE49-F238E27FC236}">
                <a16:creationId xmlns:a16="http://schemas.microsoft.com/office/drawing/2014/main" id="{0DC62772-D079-78C8-FEAA-B6C753D2FBAE}"/>
              </a:ext>
            </a:extLst>
          </p:cNvPr>
          <p:cNvSpPr/>
          <p:nvPr/>
        </p:nvSpPr>
        <p:spPr>
          <a:xfrm>
            <a:off x="10390386" y="406400"/>
            <a:ext cx="1192014" cy="311150"/>
          </a:xfrm>
          <a:prstGeom prst="roundRect">
            <a:avLst>
              <a:gd name="adj" fmla="val 20408"/>
            </a:avLst>
          </a:prstGeom>
          <a:solidFill>
            <a:srgbClr val="00828E"/>
          </a:solidFill>
          <a:ln/>
        </p:spPr>
        <p:txBody>
          <a:bodyPr/>
          <a:lstStyle/>
          <a:p>
            <a:endParaRPr lang="en-IN"/>
          </a:p>
        </p:txBody>
      </p:sp>
      <p:sp>
        <p:nvSpPr>
          <p:cNvPr id="15" name="Text 6">
            <a:extLst>
              <a:ext uri="{FF2B5EF4-FFF2-40B4-BE49-F238E27FC236}">
                <a16:creationId xmlns:a16="http://schemas.microsoft.com/office/drawing/2014/main" id="{1EB3EF75-D35B-2672-07D1-9DFADF6CC5CB}"/>
              </a:ext>
            </a:extLst>
          </p:cNvPr>
          <p:cNvSpPr/>
          <p:nvPr/>
        </p:nvSpPr>
        <p:spPr>
          <a:xfrm>
            <a:off x="10568186" y="457200"/>
            <a:ext cx="887214"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Life Sciences</a:t>
            </a:r>
            <a:endParaRPr lang="en-US" sz="1200" dirty="0"/>
          </a:p>
        </p:txBody>
      </p:sp>
      <p:sp>
        <p:nvSpPr>
          <p:cNvPr id="17" name="Shape 7">
            <a:extLst>
              <a:ext uri="{FF2B5EF4-FFF2-40B4-BE49-F238E27FC236}">
                <a16:creationId xmlns:a16="http://schemas.microsoft.com/office/drawing/2014/main" id="{4CC3440B-2CE2-EC9A-19B4-CF19F377E229}"/>
              </a:ext>
            </a:extLst>
          </p:cNvPr>
          <p:cNvSpPr/>
          <p:nvPr/>
        </p:nvSpPr>
        <p:spPr>
          <a:xfrm>
            <a:off x="609600" y="857250"/>
            <a:ext cx="10972800" cy="628650"/>
          </a:xfrm>
          <a:prstGeom prst="roundRect">
            <a:avLst>
              <a:gd name="adj" fmla="val 6061"/>
            </a:avLst>
          </a:prstGeom>
          <a:solidFill>
            <a:srgbClr val="00828E"/>
          </a:solidFill>
          <a:ln/>
        </p:spPr>
        <p:txBody>
          <a:bodyPr/>
          <a:lstStyle/>
          <a:p>
            <a:endParaRPr lang="en-IN"/>
          </a:p>
        </p:txBody>
      </p:sp>
      <p:sp>
        <p:nvSpPr>
          <p:cNvPr id="19" name="Text 8">
            <a:extLst>
              <a:ext uri="{FF2B5EF4-FFF2-40B4-BE49-F238E27FC236}">
                <a16:creationId xmlns:a16="http://schemas.microsoft.com/office/drawing/2014/main" id="{06CB19C5-8818-7D5C-0785-4BFCF5C6C16E}"/>
              </a:ext>
            </a:extLst>
          </p:cNvPr>
          <p:cNvSpPr/>
          <p:nvPr/>
        </p:nvSpPr>
        <p:spPr>
          <a:xfrm>
            <a:off x="706628" y="984250"/>
            <a:ext cx="10778744" cy="400050"/>
          </a:xfrm>
          <a:prstGeom prst="rect">
            <a:avLst/>
          </a:prstGeom>
          <a:noFill/>
          <a:ln/>
        </p:spPr>
        <p:txBody>
          <a:bodyPr wrap="square" lIns="0" tIns="0" rIns="0" bIns="0" rtlCol="0" anchor="t">
            <a:normAutofit/>
          </a:bodyPr>
          <a:lstStyle/>
          <a:p>
            <a:pPr marL="0" indent="0" algn="ctr">
              <a:lnSpc>
                <a:spcPts val="2990"/>
              </a:lnSpc>
              <a:buNone/>
            </a:pPr>
            <a:r>
              <a:rPr lang="en-US" sz="2600" b="1" dirty="0">
                <a:solidFill>
                  <a:srgbClr val="FBFAF7"/>
                </a:solidFill>
                <a:latin typeface="Source Sans 3" pitchFamily="34" charset="0"/>
                <a:ea typeface="Source Sans 3" pitchFamily="34" charset="-122"/>
                <a:cs typeface="Source Sans 3" pitchFamily="34" charset="-120"/>
              </a:rPr>
              <a:t>Life Sciences – Quality Deviation &amp; CAPA Management</a:t>
            </a:r>
            <a:endParaRPr lang="en-US" sz="2600" dirty="0"/>
          </a:p>
        </p:txBody>
      </p:sp>
      <p:sp>
        <p:nvSpPr>
          <p:cNvPr id="21" name="Text 9">
            <a:extLst>
              <a:ext uri="{FF2B5EF4-FFF2-40B4-BE49-F238E27FC236}">
                <a16:creationId xmlns:a16="http://schemas.microsoft.com/office/drawing/2014/main" id="{F3F02B2E-DDF3-F546-504D-8F2CAC7B1732}"/>
              </a:ext>
            </a:extLst>
          </p:cNvPr>
          <p:cNvSpPr/>
          <p:nvPr/>
        </p:nvSpPr>
        <p:spPr>
          <a:xfrm>
            <a:off x="609600" y="16256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A38"/>
                </a:solidFill>
                <a:latin typeface="Source Sans 3" pitchFamily="34" charset="0"/>
                <a:ea typeface="Source Sans 3" pitchFamily="34" charset="-122"/>
                <a:cs typeface="Source Sans 3" pitchFamily="34" charset="-120"/>
              </a:rPr>
              <a:t>Background</a:t>
            </a:r>
            <a:endParaRPr lang="en-US" sz="1500" dirty="0"/>
          </a:p>
        </p:txBody>
      </p:sp>
      <p:sp>
        <p:nvSpPr>
          <p:cNvPr id="23" name="Text 10">
            <a:extLst>
              <a:ext uri="{FF2B5EF4-FFF2-40B4-BE49-F238E27FC236}">
                <a16:creationId xmlns:a16="http://schemas.microsoft.com/office/drawing/2014/main" id="{12625F1D-0D80-E9CA-D2C8-C65E41428A1D}"/>
              </a:ext>
            </a:extLst>
          </p:cNvPr>
          <p:cNvSpPr/>
          <p:nvPr/>
        </p:nvSpPr>
        <p:spPr>
          <a:xfrm>
            <a:off x="609600" y="1892300"/>
            <a:ext cx="5382986"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1"/>
                </a:solidFill>
                <a:latin typeface="Source Sans 3" pitchFamily="34" charset="0"/>
                <a:ea typeface="Source Sans 3" pitchFamily="34" charset="-122"/>
                <a:cs typeface="Source Sans 3" pitchFamily="34" charset="-120"/>
              </a:rPr>
              <a:t>Pharma plants and labs record deviations, equipment failures and complaints on paper and in disconnected systems. Investigations drag on, root causes repeat and audit readiness suffers.</a:t>
            </a:r>
            <a:endParaRPr lang="en-US" sz="1300" dirty="0"/>
          </a:p>
        </p:txBody>
      </p:sp>
      <p:sp>
        <p:nvSpPr>
          <p:cNvPr id="25" name="Text 11">
            <a:extLst>
              <a:ext uri="{FF2B5EF4-FFF2-40B4-BE49-F238E27FC236}">
                <a16:creationId xmlns:a16="http://schemas.microsoft.com/office/drawing/2014/main" id="{DF5C68E7-369B-DD34-1CC6-146B8FB90432}"/>
              </a:ext>
            </a:extLst>
          </p:cNvPr>
          <p:cNvSpPr/>
          <p:nvPr/>
        </p:nvSpPr>
        <p:spPr>
          <a:xfrm>
            <a:off x="6248400" y="16256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A38"/>
                </a:solidFill>
                <a:latin typeface="Source Sans 3" pitchFamily="34" charset="0"/>
                <a:ea typeface="Source Sans 3" pitchFamily="34" charset="-122"/>
                <a:cs typeface="Source Sans 3" pitchFamily="34" charset="-120"/>
              </a:rPr>
              <a:t>Objective</a:t>
            </a:r>
            <a:endParaRPr lang="en-US" sz="1500" dirty="0"/>
          </a:p>
        </p:txBody>
      </p:sp>
      <p:sp>
        <p:nvSpPr>
          <p:cNvPr id="27" name="Text 12">
            <a:extLst>
              <a:ext uri="{FF2B5EF4-FFF2-40B4-BE49-F238E27FC236}">
                <a16:creationId xmlns:a16="http://schemas.microsoft.com/office/drawing/2014/main" id="{F2259D3E-3DF0-1C6C-1C56-FE654D4373E0}"/>
              </a:ext>
            </a:extLst>
          </p:cNvPr>
          <p:cNvSpPr/>
          <p:nvPr/>
        </p:nvSpPr>
        <p:spPr>
          <a:xfrm>
            <a:off x="6248400" y="1892300"/>
            <a:ext cx="5494020"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1"/>
                </a:solidFill>
                <a:latin typeface="Source Sans 3" pitchFamily="34" charset="0"/>
                <a:ea typeface="Source Sans 3" pitchFamily="34" charset="-122"/>
                <a:cs typeface="Source Sans 3" pitchFamily="34" charset="-120"/>
              </a:rPr>
              <a:t>Build a GxP-aware quality platform that logs deviations and drives investigation and CAPA with a full audit trail, using Now Assist to speed up reports while humans approve every record.</a:t>
            </a:r>
            <a:endParaRPr lang="en-US" sz="1300" dirty="0"/>
          </a:p>
        </p:txBody>
      </p:sp>
      <p:sp>
        <p:nvSpPr>
          <p:cNvPr id="29" name="Shape 13">
            <a:extLst>
              <a:ext uri="{FF2B5EF4-FFF2-40B4-BE49-F238E27FC236}">
                <a16:creationId xmlns:a16="http://schemas.microsoft.com/office/drawing/2014/main" id="{2503D459-2F2E-DE71-13CD-F3E69FBCF85B}"/>
              </a:ext>
            </a:extLst>
          </p:cNvPr>
          <p:cNvSpPr/>
          <p:nvPr/>
        </p:nvSpPr>
        <p:spPr>
          <a:xfrm>
            <a:off x="609600" y="2717800"/>
            <a:ext cx="10972800" cy="381000"/>
          </a:xfrm>
          <a:prstGeom prst="roundRect">
            <a:avLst>
              <a:gd name="adj" fmla="val 6667"/>
            </a:avLst>
          </a:prstGeom>
          <a:solidFill>
            <a:srgbClr val="D4D3F1"/>
          </a:solidFill>
          <a:ln/>
        </p:spPr>
        <p:txBody>
          <a:bodyPr/>
          <a:lstStyle/>
          <a:p>
            <a:endParaRPr lang="en-IN"/>
          </a:p>
        </p:txBody>
      </p:sp>
      <p:sp>
        <p:nvSpPr>
          <p:cNvPr id="31" name="Shape 14">
            <a:extLst>
              <a:ext uri="{FF2B5EF4-FFF2-40B4-BE49-F238E27FC236}">
                <a16:creationId xmlns:a16="http://schemas.microsoft.com/office/drawing/2014/main" id="{DEB00C56-DBD8-423F-8E2F-1336DBA11F82}"/>
              </a:ext>
            </a:extLst>
          </p:cNvPr>
          <p:cNvSpPr/>
          <p:nvPr/>
        </p:nvSpPr>
        <p:spPr>
          <a:xfrm>
            <a:off x="609600" y="2717800"/>
            <a:ext cx="10972800" cy="381000"/>
          </a:xfrm>
          <a:custGeom>
            <a:avLst/>
            <a:gdLst/>
            <a:ahLst/>
            <a:cxnLst/>
            <a:rect l="l" t="t" r="r" b="b"/>
            <a:pathLst>
              <a:path w="10972800" h="381000">
                <a:moveTo>
                  <a:pt x="38100" y="381000"/>
                </a:moveTo>
                <a:lnTo>
                  <a:pt x="25400" y="381000"/>
                </a:lnTo>
                <a:arcTo wR="25400" hR="25400" stAng="5400000" swAng="5400000"/>
                <a:lnTo>
                  <a:pt x="0" y="25400"/>
                </a:lnTo>
                <a:arcTo wR="25400" hR="25400" stAng="10800000" swAng="5400000"/>
                <a:lnTo>
                  <a:pt x="38100" y="0"/>
                </a:lnTo>
                <a:lnTo>
                  <a:pt x="38100" y="381000"/>
                </a:lnTo>
                <a:close/>
              </a:path>
            </a:pathLst>
          </a:custGeom>
          <a:solidFill>
            <a:srgbClr val="4A7A2E"/>
          </a:solidFill>
          <a:ln/>
        </p:spPr>
        <p:txBody>
          <a:bodyPr/>
          <a:lstStyle/>
          <a:p>
            <a:endParaRPr lang="en-IN"/>
          </a:p>
        </p:txBody>
      </p:sp>
      <p:sp>
        <p:nvSpPr>
          <p:cNvPr id="33" name="Text 15">
            <a:extLst>
              <a:ext uri="{FF2B5EF4-FFF2-40B4-BE49-F238E27FC236}">
                <a16:creationId xmlns:a16="http://schemas.microsoft.com/office/drawing/2014/main" id="{8C7B2BBE-1A26-1544-5A24-71136C312767}"/>
              </a:ext>
            </a:extLst>
          </p:cNvPr>
          <p:cNvSpPr/>
          <p:nvPr/>
        </p:nvSpPr>
        <p:spPr>
          <a:xfrm>
            <a:off x="800100" y="2806700"/>
            <a:ext cx="10948797"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Domain knowledge to apply:</a:t>
            </a:r>
            <a:r>
              <a:rPr lang="en-US" sz="1200" dirty="0">
                <a:solidFill>
                  <a:srgbClr val="1E2A38"/>
                </a:solidFill>
                <a:latin typeface="Source Sans 3" pitchFamily="34" charset="0"/>
                <a:ea typeface="Source Sans 3" pitchFamily="34" charset="-122"/>
                <a:cs typeface="Source Sans 3" pitchFamily="34" charset="-120"/>
              </a:rPr>
              <a:t> GxP, deviation severity, root cause analysis (5-Why, fishbone), CAPA effectiveness checks, electronic records and signatures.</a:t>
            </a:r>
            <a:endParaRPr lang="en-US" sz="1200" dirty="0"/>
          </a:p>
        </p:txBody>
      </p:sp>
      <p:sp>
        <p:nvSpPr>
          <p:cNvPr id="35" name="Text 16">
            <a:extLst>
              <a:ext uri="{FF2B5EF4-FFF2-40B4-BE49-F238E27FC236}">
                <a16:creationId xmlns:a16="http://schemas.microsoft.com/office/drawing/2014/main" id="{EED26E63-477D-5113-5F10-D61C300CA0C1}"/>
              </a:ext>
            </a:extLst>
          </p:cNvPr>
          <p:cNvSpPr/>
          <p:nvPr/>
        </p:nvSpPr>
        <p:spPr>
          <a:xfrm>
            <a:off x="609600" y="32385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70C0"/>
                </a:solidFill>
                <a:latin typeface="Source Sans 3" pitchFamily="34" charset="0"/>
                <a:ea typeface="Source Sans 3" pitchFamily="34" charset="-122"/>
                <a:cs typeface="Source Sans 3" pitchFamily="34" charset="-120"/>
              </a:rPr>
              <a:t>Platform elements to include</a:t>
            </a:r>
            <a:endParaRPr lang="en-US" sz="1500" dirty="0">
              <a:solidFill>
                <a:srgbClr val="0070C0"/>
              </a:solidFill>
            </a:endParaRPr>
          </a:p>
        </p:txBody>
      </p:sp>
      <p:sp>
        <p:nvSpPr>
          <p:cNvPr id="37" name="Text 17">
            <a:extLst>
              <a:ext uri="{FF2B5EF4-FFF2-40B4-BE49-F238E27FC236}">
                <a16:creationId xmlns:a16="http://schemas.microsoft.com/office/drawing/2014/main" id="{FC6E1679-84AD-4959-AAB3-C28208852A97}"/>
              </a:ext>
            </a:extLst>
          </p:cNvPr>
          <p:cNvSpPr/>
          <p:nvPr/>
        </p:nvSpPr>
        <p:spPr>
          <a:xfrm>
            <a:off x="609600" y="3556000"/>
            <a:ext cx="5382986" cy="4318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Custom Tables:</a:t>
            </a:r>
            <a:r>
              <a:rPr lang="en-US" sz="1200" dirty="0">
                <a:solidFill>
                  <a:srgbClr val="1E2A38"/>
                </a:solidFill>
                <a:latin typeface="Source Sans 3" pitchFamily="34" charset="0"/>
                <a:ea typeface="Source Sans 3" pitchFamily="34" charset="-122"/>
                <a:cs typeface="Source Sans 3" pitchFamily="34" charset="-120"/>
              </a:rPr>
              <a:t> Sites, equipment, batches, deviations, CAPAs and effectiveness checks</a:t>
            </a:r>
            <a:endParaRPr lang="en-US" sz="1200" dirty="0"/>
          </a:p>
        </p:txBody>
      </p:sp>
      <p:sp>
        <p:nvSpPr>
          <p:cNvPr id="39" name="Text 18">
            <a:extLst>
              <a:ext uri="{FF2B5EF4-FFF2-40B4-BE49-F238E27FC236}">
                <a16:creationId xmlns:a16="http://schemas.microsoft.com/office/drawing/2014/main" id="{20B08063-482F-7912-7F0E-E748FC6AAF73}"/>
              </a:ext>
            </a:extLst>
          </p:cNvPr>
          <p:cNvSpPr/>
          <p:nvPr/>
        </p:nvSpPr>
        <p:spPr>
          <a:xfrm>
            <a:off x="609600" y="3873500"/>
            <a:ext cx="5494020" cy="4318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Workflows &amp; Approvals:</a:t>
            </a:r>
            <a:r>
              <a:rPr lang="en-US" sz="1200" dirty="0">
                <a:solidFill>
                  <a:srgbClr val="1E2A38"/>
                </a:solidFill>
                <a:latin typeface="Source Sans 3" pitchFamily="34" charset="0"/>
                <a:ea typeface="Source Sans 3" pitchFamily="34" charset="-122"/>
                <a:cs typeface="Source Sans 3" pitchFamily="34" charset="-120"/>
              </a:rPr>
              <a:t> QA review, e-signature approvals, CAPA due dates and extensions</a:t>
            </a:r>
            <a:endParaRPr lang="en-US" sz="1200" dirty="0"/>
          </a:p>
        </p:txBody>
      </p:sp>
      <p:sp>
        <p:nvSpPr>
          <p:cNvPr id="41" name="Text 19">
            <a:extLst>
              <a:ext uri="{FF2B5EF4-FFF2-40B4-BE49-F238E27FC236}">
                <a16:creationId xmlns:a16="http://schemas.microsoft.com/office/drawing/2014/main" id="{7ACF5B36-629B-8450-749C-9C7ECDA95A98}"/>
              </a:ext>
            </a:extLst>
          </p:cNvPr>
          <p:cNvSpPr/>
          <p:nvPr/>
        </p:nvSpPr>
        <p:spPr>
          <a:xfrm>
            <a:off x="609600" y="4365171"/>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Audit Trail &amp; Access:</a:t>
            </a:r>
            <a:r>
              <a:rPr lang="en-US" sz="1200" dirty="0">
                <a:solidFill>
                  <a:srgbClr val="1E2A38"/>
                </a:solidFill>
                <a:latin typeface="Source Sans 3" pitchFamily="34" charset="0"/>
                <a:ea typeface="Source Sans 3" pitchFamily="34" charset="-122"/>
                <a:cs typeface="Source Sans 3" pitchFamily="34" charset="-120"/>
              </a:rPr>
              <a:t> Full change history; batch data restricted by role</a:t>
            </a:r>
            <a:endParaRPr lang="en-US" sz="1200" dirty="0"/>
          </a:p>
        </p:txBody>
      </p:sp>
      <p:sp>
        <p:nvSpPr>
          <p:cNvPr id="43" name="Text 20">
            <a:extLst>
              <a:ext uri="{FF2B5EF4-FFF2-40B4-BE49-F238E27FC236}">
                <a16:creationId xmlns:a16="http://schemas.microsoft.com/office/drawing/2014/main" id="{3ABF8E12-C225-3BB9-9F10-74944A065DE3}"/>
              </a:ext>
            </a:extLst>
          </p:cNvPr>
          <p:cNvSpPr/>
          <p:nvPr/>
        </p:nvSpPr>
        <p:spPr>
          <a:xfrm>
            <a:off x="609600" y="4657271"/>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Dashboards:</a:t>
            </a:r>
            <a:r>
              <a:rPr lang="en-US" sz="1200" dirty="0">
                <a:solidFill>
                  <a:srgbClr val="1E2A38"/>
                </a:solidFill>
                <a:latin typeface="Source Sans 3" pitchFamily="34" charset="0"/>
                <a:ea typeface="Source Sans 3" pitchFamily="34" charset="-122"/>
                <a:cs typeface="Source Sans 3" pitchFamily="34" charset="-120"/>
              </a:rPr>
              <a:t> Open deviations by severity, overdue CAPAs, repeat root causes</a:t>
            </a:r>
            <a:endParaRPr lang="en-US" sz="1200" dirty="0"/>
          </a:p>
        </p:txBody>
      </p:sp>
      <p:sp>
        <p:nvSpPr>
          <p:cNvPr id="45" name="Text 21">
            <a:extLst>
              <a:ext uri="{FF2B5EF4-FFF2-40B4-BE49-F238E27FC236}">
                <a16:creationId xmlns:a16="http://schemas.microsoft.com/office/drawing/2014/main" id="{7DA2237F-D46E-8381-CA8D-E4A1CBBCFA9B}"/>
              </a:ext>
            </a:extLst>
          </p:cNvPr>
          <p:cNvSpPr/>
          <p:nvPr/>
        </p:nvSpPr>
        <p:spPr>
          <a:xfrm>
            <a:off x="6248400" y="32385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B0F0"/>
                </a:solidFill>
                <a:latin typeface="Source Sans 3" pitchFamily="34" charset="0"/>
                <a:ea typeface="Source Sans 3" pitchFamily="34" charset="-122"/>
                <a:cs typeface="Source Sans 3" pitchFamily="34" charset="-120"/>
              </a:rPr>
              <a:t>Now Assist elements to include</a:t>
            </a:r>
            <a:endParaRPr lang="en-US" sz="1500" dirty="0">
              <a:solidFill>
                <a:srgbClr val="00B0F0"/>
              </a:solidFill>
            </a:endParaRPr>
          </a:p>
        </p:txBody>
      </p:sp>
      <p:sp>
        <p:nvSpPr>
          <p:cNvPr id="47" name="Text 22">
            <a:extLst>
              <a:ext uri="{FF2B5EF4-FFF2-40B4-BE49-F238E27FC236}">
                <a16:creationId xmlns:a16="http://schemas.microsoft.com/office/drawing/2014/main" id="{578B430F-A86C-E1A6-C874-DF12F32DC407}"/>
              </a:ext>
            </a:extLst>
          </p:cNvPr>
          <p:cNvSpPr/>
          <p:nvPr/>
        </p:nvSpPr>
        <p:spPr>
          <a:xfrm>
            <a:off x="6248400" y="35560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Investigation Summary:</a:t>
            </a:r>
            <a:r>
              <a:rPr lang="en-US" sz="1200" dirty="0">
                <a:solidFill>
                  <a:srgbClr val="1E2A38"/>
                </a:solidFill>
                <a:latin typeface="Source Sans 3" pitchFamily="34" charset="0"/>
                <a:ea typeface="Source Sans 3" pitchFamily="34" charset="-122"/>
                <a:cs typeface="Source Sans 3" pitchFamily="34" charset="-120"/>
              </a:rPr>
              <a:t> Summarize deviation narrative, evidence and comments</a:t>
            </a:r>
            <a:endParaRPr lang="en-US" sz="1200" dirty="0"/>
          </a:p>
        </p:txBody>
      </p:sp>
      <p:sp>
        <p:nvSpPr>
          <p:cNvPr id="49" name="Text 23">
            <a:extLst>
              <a:ext uri="{FF2B5EF4-FFF2-40B4-BE49-F238E27FC236}">
                <a16:creationId xmlns:a16="http://schemas.microsoft.com/office/drawing/2014/main" id="{0615FD74-BC2E-23F5-7F7D-B0DB9D5493E0}"/>
              </a:ext>
            </a:extLst>
          </p:cNvPr>
          <p:cNvSpPr/>
          <p:nvPr/>
        </p:nvSpPr>
        <p:spPr>
          <a:xfrm>
            <a:off x="6248400" y="38481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Now Assist Skill Kit:</a:t>
            </a:r>
            <a:r>
              <a:rPr lang="en-US" sz="1200" dirty="0">
                <a:solidFill>
                  <a:srgbClr val="1E2A38"/>
                </a:solidFill>
                <a:latin typeface="Source Sans 3" pitchFamily="34" charset="0"/>
                <a:ea typeface="Source Sans 3" pitchFamily="34" charset="-122"/>
                <a:cs typeface="Source Sans 3" pitchFamily="34" charset="-120"/>
              </a:rPr>
              <a:t> Custom skill that drafts a 5-Why structure for the investigator</a:t>
            </a:r>
            <a:endParaRPr lang="en-US" sz="1200" dirty="0"/>
          </a:p>
        </p:txBody>
      </p:sp>
      <p:sp>
        <p:nvSpPr>
          <p:cNvPr id="51" name="Text 24">
            <a:extLst>
              <a:ext uri="{FF2B5EF4-FFF2-40B4-BE49-F238E27FC236}">
                <a16:creationId xmlns:a16="http://schemas.microsoft.com/office/drawing/2014/main" id="{39ED956A-3EFC-E39D-953E-9C3E09A95A13}"/>
              </a:ext>
            </a:extLst>
          </p:cNvPr>
          <p:cNvSpPr/>
          <p:nvPr/>
        </p:nvSpPr>
        <p:spPr>
          <a:xfrm>
            <a:off x="6248400" y="41402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AI Search:</a:t>
            </a:r>
            <a:r>
              <a:rPr lang="en-US" sz="1200" dirty="0">
                <a:solidFill>
                  <a:srgbClr val="1E2A38"/>
                </a:solidFill>
                <a:latin typeface="Source Sans 3" pitchFamily="34" charset="0"/>
                <a:ea typeface="Source Sans 3" pitchFamily="34" charset="-122"/>
                <a:cs typeface="Source Sans 3" pitchFamily="34" charset="-120"/>
              </a:rPr>
              <a:t> Surface similar past deviations and the CAPAs that worked</a:t>
            </a:r>
            <a:endParaRPr lang="en-US" sz="1200" dirty="0"/>
          </a:p>
        </p:txBody>
      </p:sp>
      <p:sp>
        <p:nvSpPr>
          <p:cNvPr id="53" name="Text 25">
            <a:extLst>
              <a:ext uri="{FF2B5EF4-FFF2-40B4-BE49-F238E27FC236}">
                <a16:creationId xmlns:a16="http://schemas.microsoft.com/office/drawing/2014/main" id="{D12C4A1A-02C5-BD6B-65A6-40ACCE15A1A8}"/>
              </a:ext>
            </a:extLst>
          </p:cNvPr>
          <p:cNvSpPr/>
          <p:nvPr/>
        </p:nvSpPr>
        <p:spPr>
          <a:xfrm>
            <a:off x="6248400" y="44323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Knowledge Generation:</a:t>
            </a:r>
            <a:r>
              <a:rPr lang="en-US" sz="1200" dirty="0">
                <a:solidFill>
                  <a:srgbClr val="1E2A38"/>
                </a:solidFill>
                <a:latin typeface="Source Sans 3" pitchFamily="34" charset="0"/>
                <a:ea typeface="Source Sans 3" pitchFamily="34" charset="-122"/>
                <a:cs typeface="Source Sans 3" pitchFamily="34" charset="-120"/>
              </a:rPr>
              <a:t> Create SOP clarification articles from closed CAPAs</a:t>
            </a:r>
            <a:endParaRPr lang="en-US" sz="1200" dirty="0"/>
          </a:p>
        </p:txBody>
      </p:sp>
    </p:spTree>
    <p:extLst>
      <p:ext uri="{BB962C8B-B14F-4D97-AF65-F5344CB8AC3E}">
        <p14:creationId xmlns:p14="http://schemas.microsoft.com/office/powerpoint/2010/main" val="1359411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150C0-17AF-6ABD-ED50-7B009C8FB024}"/>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A0DCF136-D7E3-5161-9A64-9D86EA4EF8E6}"/>
              </a:ext>
            </a:extLst>
          </p:cNvPr>
          <p:cNvSpPr/>
          <p:nvPr/>
        </p:nvSpPr>
        <p:spPr>
          <a:xfrm>
            <a:off x="609600" y="457200"/>
            <a:ext cx="1009055"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1"/>
                </a:solidFill>
                <a:latin typeface="Source Sans 3" pitchFamily="34" charset="0"/>
                <a:ea typeface="Source Sans 3" pitchFamily="34" charset="-122"/>
                <a:cs typeface="Source Sans 3" pitchFamily="34" charset="-120"/>
              </a:rPr>
              <a:t>PROBLEM 09</a:t>
            </a:r>
            <a:endParaRPr lang="en-US" sz="1200" dirty="0"/>
          </a:p>
        </p:txBody>
      </p:sp>
      <p:sp>
        <p:nvSpPr>
          <p:cNvPr id="5" name="Shape 1">
            <a:extLst>
              <a:ext uri="{FF2B5EF4-FFF2-40B4-BE49-F238E27FC236}">
                <a16:creationId xmlns:a16="http://schemas.microsoft.com/office/drawing/2014/main" id="{8EBD8A98-56FC-D343-1822-AD80240B09EA}"/>
              </a:ext>
            </a:extLst>
          </p:cNvPr>
          <p:cNvSpPr/>
          <p:nvPr/>
        </p:nvSpPr>
        <p:spPr>
          <a:xfrm>
            <a:off x="7098903" y="406400"/>
            <a:ext cx="1736923" cy="311150"/>
          </a:xfrm>
          <a:prstGeom prst="roundRect">
            <a:avLst>
              <a:gd name="adj" fmla="val 20408"/>
            </a:avLst>
          </a:prstGeom>
          <a:solidFill>
            <a:srgbClr val="0070C0"/>
          </a:solidFill>
          <a:ln/>
        </p:spPr>
        <p:txBody>
          <a:bodyPr/>
          <a:lstStyle/>
          <a:p>
            <a:endParaRPr lang="en-IN"/>
          </a:p>
        </p:txBody>
      </p:sp>
      <p:sp>
        <p:nvSpPr>
          <p:cNvPr id="7" name="Text 2">
            <a:extLst>
              <a:ext uri="{FF2B5EF4-FFF2-40B4-BE49-F238E27FC236}">
                <a16:creationId xmlns:a16="http://schemas.microsoft.com/office/drawing/2014/main" id="{7A62D82E-D55D-3F3A-1EDB-F33D6F08B12A}"/>
              </a:ext>
            </a:extLst>
          </p:cNvPr>
          <p:cNvSpPr/>
          <p:nvPr/>
        </p:nvSpPr>
        <p:spPr>
          <a:xfrm>
            <a:off x="7276703" y="457200"/>
            <a:ext cx="143212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ServiceNow Platform</a:t>
            </a:r>
            <a:endParaRPr lang="en-US" sz="1200" dirty="0"/>
          </a:p>
        </p:txBody>
      </p:sp>
      <p:sp>
        <p:nvSpPr>
          <p:cNvPr id="9" name="Shape 3">
            <a:extLst>
              <a:ext uri="{FF2B5EF4-FFF2-40B4-BE49-F238E27FC236}">
                <a16:creationId xmlns:a16="http://schemas.microsoft.com/office/drawing/2014/main" id="{AF91D349-61A4-65B1-2CEB-8F0CDC48292A}"/>
              </a:ext>
            </a:extLst>
          </p:cNvPr>
          <p:cNvSpPr/>
          <p:nvPr/>
        </p:nvSpPr>
        <p:spPr>
          <a:xfrm>
            <a:off x="8937427" y="406400"/>
            <a:ext cx="1059755" cy="311150"/>
          </a:xfrm>
          <a:prstGeom prst="roundRect">
            <a:avLst>
              <a:gd name="adj" fmla="val 20408"/>
            </a:avLst>
          </a:prstGeom>
          <a:solidFill>
            <a:srgbClr val="00B0F0"/>
          </a:solidFill>
          <a:ln/>
        </p:spPr>
        <p:txBody>
          <a:bodyPr/>
          <a:lstStyle/>
          <a:p>
            <a:endParaRPr lang="en-IN"/>
          </a:p>
        </p:txBody>
      </p:sp>
      <p:sp>
        <p:nvSpPr>
          <p:cNvPr id="11" name="Text 4">
            <a:extLst>
              <a:ext uri="{FF2B5EF4-FFF2-40B4-BE49-F238E27FC236}">
                <a16:creationId xmlns:a16="http://schemas.microsoft.com/office/drawing/2014/main" id="{BE8F9D9E-02F4-4BE3-3117-FB2380B1C783}"/>
              </a:ext>
            </a:extLst>
          </p:cNvPr>
          <p:cNvSpPr/>
          <p:nvPr/>
        </p:nvSpPr>
        <p:spPr>
          <a:xfrm>
            <a:off x="9115227" y="457200"/>
            <a:ext cx="754955"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Now Assist</a:t>
            </a:r>
            <a:endParaRPr lang="en-US" sz="1200" dirty="0"/>
          </a:p>
        </p:txBody>
      </p:sp>
      <p:sp>
        <p:nvSpPr>
          <p:cNvPr id="13" name="Shape 5">
            <a:extLst>
              <a:ext uri="{FF2B5EF4-FFF2-40B4-BE49-F238E27FC236}">
                <a16:creationId xmlns:a16="http://schemas.microsoft.com/office/drawing/2014/main" id="{90440FB5-1689-28AB-0DA8-FE5789D6DC96}"/>
              </a:ext>
            </a:extLst>
          </p:cNvPr>
          <p:cNvSpPr/>
          <p:nvPr/>
        </p:nvSpPr>
        <p:spPr>
          <a:xfrm>
            <a:off x="10098782" y="406400"/>
            <a:ext cx="1483618" cy="311150"/>
          </a:xfrm>
          <a:prstGeom prst="roundRect">
            <a:avLst>
              <a:gd name="adj" fmla="val 20408"/>
            </a:avLst>
          </a:prstGeom>
          <a:solidFill>
            <a:srgbClr val="00828E"/>
          </a:solidFill>
          <a:ln/>
        </p:spPr>
        <p:txBody>
          <a:bodyPr/>
          <a:lstStyle/>
          <a:p>
            <a:endParaRPr lang="en-IN"/>
          </a:p>
        </p:txBody>
      </p:sp>
      <p:sp>
        <p:nvSpPr>
          <p:cNvPr id="15" name="Text 6">
            <a:extLst>
              <a:ext uri="{FF2B5EF4-FFF2-40B4-BE49-F238E27FC236}">
                <a16:creationId xmlns:a16="http://schemas.microsoft.com/office/drawing/2014/main" id="{5B7444C2-DD63-C2CF-AFFE-C6ED14599A71}"/>
              </a:ext>
            </a:extLst>
          </p:cNvPr>
          <p:cNvSpPr/>
          <p:nvPr/>
        </p:nvSpPr>
        <p:spPr>
          <a:xfrm>
            <a:off x="10276582" y="457200"/>
            <a:ext cx="1178818"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Energy &amp; Utilities</a:t>
            </a:r>
            <a:endParaRPr lang="en-US" sz="1200" dirty="0"/>
          </a:p>
        </p:txBody>
      </p:sp>
      <p:sp>
        <p:nvSpPr>
          <p:cNvPr id="17" name="Shape 7">
            <a:extLst>
              <a:ext uri="{FF2B5EF4-FFF2-40B4-BE49-F238E27FC236}">
                <a16:creationId xmlns:a16="http://schemas.microsoft.com/office/drawing/2014/main" id="{EDE941A1-0525-33AE-0B4C-B7AB24B17299}"/>
              </a:ext>
            </a:extLst>
          </p:cNvPr>
          <p:cNvSpPr/>
          <p:nvPr/>
        </p:nvSpPr>
        <p:spPr>
          <a:xfrm>
            <a:off x="609600" y="857250"/>
            <a:ext cx="10972800" cy="628650"/>
          </a:xfrm>
          <a:prstGeom prst="roundRect">
            <a:avLst>
              <a:gd name="adj" fmla="val 6061"/>
            </a:avLst>
          </a:prstGeom>
          <a:solidFill>
            <a:srgbClr val="00828E"/>
          </a:solidFill>
          <a:ln/>
        </p:spPr>
        <p:txBody>
          <a:bodyPr/>
          <a:lstStyle/>
          <a:p>
            <a:endParaRPr lang="en-IN"/>
          </a:p>
        </p:txBody>
      </p:sp>
      <p:sp>
        <p:nvSpPr>
          <p:cNvPr id="19" name="Text 8">
            <a:extLst>
              <a:ext uri="{FF2B5EF4-FFF2-40B4-BE49-F238E27FC236}">
                <a16:creationId xmlns:a16="http://schemas.microsoft.com/office/drawing/2014/main" id="{9502594D-2696-D537-A4B7-B515C1146D1D}"/>
              </a:ext>
            </a:extLst>
          </p:cNvPr>
          <p:cNvSpPr/>
          <p:nvPr/>
        </p:nvSpPr>
        <p:spPr>
          <a:xfrm>
            <a:off x="706628" y="984250"/>
            <a:ext cx="10778744" cy="400050"/>
          </a:xfrm>
          <a:prstGeom prst="rect">
            <a:avLst/>
          </a:prstGeom>
          <a:noFill/>
          <a:ln/>
        </p:spPr>
        <p:txBody>
          <a:bodyPr wrap="square" lIns="0" tIns="0" rIns="0" bIns="0" rtlCol="0" anchor="t">
            <a:normAutofit/>
          </a:bodyPr>
          <a:lstStyle/>
          <a:p>
            <a:pPr marL="0" indent="0" algn="ctr">
              <a:lnSpc>
                <a:spcPts val="2990"/>
              </a:lnSpc>
              <a:buNone/>
            </a:pPr>
            <a:r>
              <a:rPr lang="en-US" sz="2600" b="1" dirty="0">
                <a:solidFill>
                  <a:srgbClr val="FBFAF7"/>
                </a:solidFill>
                <a:latin typeface="Source Sans 3" pitchFamily="34" charset="0"/>
                <a:ea typeface="Source Sans 3" pitchFamily="34" charset="-122"/>
                <a:cs typeface="Source Sans 3" pitchFamily="34" charset="-120"/>
              </a:rPr>
              <a:t>Utilities – Field Service for Outages &amp; New Connections</a:t>
            </a:r>
            <a:endParaRPr lang="en-US" sz="2600" dirty="0"/>
          </a:p>
        </p:txBody>
      </p:sp>
      <p:sp>
        <p:nvSpPr>
          <p:cNvPr id="21" name="Text 9">
            <a:extLst>
              <a:ext uri="{FF2B5EF4-FFF2-40B4-BE49-F238E27FC236}">
                <a16:creationId xmlns:a16="http://schemas.microsoft.com/office/drawing/2014/main" id="{B994715B-9584-D8D8-5359-26F7EBEBD908}"/>
              </a:ext>
            </a:extLst>
          </p:cNvPr>
          <p:cNvSpPr/>
          <p:nvPr/>
        </p:nvSpPr>
        <p:spPr>
          <a:xfrm>
            <a:off x="609600" y="16256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A38"/>
                </a:solidFill>
                <a:latin typeface="Source Sans 3" pitchFamily="34" charset="0"/>
                <a:ea typeface="Source Sans 3" pitchFamily="34" charset="-122"/>
                <a:cs typeface="Source Sans 3" pitchFamily="34" charset="-120"/>
              </a:rPr>
              <a:t>Background</a:t>
            </a:r>
            <a:endParaRPr lang="en-US" sz="1500" dirty="0"/>
          </a:p>
        </p:txBody>
      </p:sp>
      <p:sp>
        <p:nvSpPr>
          <p:cNvPr id="23" name="Text 10">
            <a:extLst>
              <a:ext uri="{FF2B5EF4-FFF2-40B4-BE49-F238E27FC236}">
                <a16:creationId xmlns:a16="http://schemas.microsoft.com/office/drawing/2014/main" id="{C7057ADF-D5D7-E190-7B45-96056EF16AC3}"/>
              </a:ext>
            </a:extLst>
          </p:cNvPr>
          <p:cNvSpPr/>
          <p:nvPr/>
        </p:nvSpPr>
        <p:spPr>
          <a:xfrm>
            <a:off x="609600" y="1892300"/>
            <a:ext cx="5494020"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1"/>
                </a:solidFill>
                <a:latin typeface="Source Sans 3" pitchFamily="34" charset="0"/>
                <a:ea typeface="Source Sans 3" pitchFamily="34" charset="-122"/>
                <a:cs typeface="Source Sans 3" pitchFamily="34" charset="-120"/>
              </a:rPr>
              <a:t>A power distribution utility handles outage complaints, meter faults and new connection requests with crews dispatched by phone. Customers get no restoration time and permits live on paper.</a:t>
            </a:r>
            <a:endParaRPr lang="en-US" sz="1300" dirty="0"/>
          </a:p>
        </p:txBody>
      </p:sp>
      <p:sp>
        <p:nvSpPr>
          <p:cNvPr id="25" name="Text 11">
            <a:extLst>
              <a:ext uri="{FF2B5EF4-FFF2-40B4-BE49-F238E27FC236}">
                <a16:creationId xmlns:a16="http://schemas.microsoft.com/office/drawing/2014/main" id="{814A6D60-BDC5-7822-1D8A-DB4B323BAB7A}"/>
              </a:ext>
            </a:extLst>
          </p:cNvPr>
          <p:cNvSpPr/>
          <p:nvPr/>
        </p:nvSpPr>
        <p:spPr>
          <a:xfrm>
            <a:off x="6248400" y="16256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A38"/>
                </a:solidFill>
                <a:latin typeface="Source Sans 3" pitchFamily="34" charset="0"/>
                <a:ea typeface="Source Sans 3" pitchFamily="34" charset="-122"/>
                <a:cs typeface="Source Sans 3" pitchFamily="34" charset="-120"/>
              </a:rPr>
              <a:t>Objective</a:t>
            </a:r>
            <a:endParaRPr lang="en-US" sz="1500" dirty="0"/>
          </a:p>
        </p:txBody>
      </p:sp>
      <p:sp>
        <p:nvSpPr>
          <p:cNvPr id="27" name="Text 12">
            <a:extLst>
              <a:ext uri="{FF2B5EF4-FFF2-40B4-BE49-F238E27FC236}">
                <a16:creationId xmlns:a16="http://schemas.microsoft.com/office/drawing/2014/main" id="{943880AE-ED81-CDD4-FD33-847F694BD26F}"/>
              </a:ext>
            </a:extLst>
          </p:cNvPr>
          <p:cNvSpPr/>
          <p:nvPr/>
        </p:nvSpPr>
        <p:spPr>
          <a:xfrm>
            <a:off x="6248400" y="1892300"/>
            <a:ext cx="5494020"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1"/>
                </a:solidFill>
                <a:latin typeface="Source Sans 3" pitchFamily="34" charset="0"/>
                <a:ea typeface="Source Sans 3" pitchFamily="34" charset="-122"/>
                <a:cs typeface="Source Sans 3" pitchFamily="34" charset="-120"/>
              </a:rPr>
              <a:t>Build a field service solution that captures requests, dispatches crews with the right skills and permits, tracks work on mobile and uses Now Assist to guide technicians and update customers.</a:t>
            </a:r>
            <a:endParaRPr lang="en-US" sz="1300" dirty="0"/>
          </a:p>
        </p:txBody>
      </p:sp>
      <p:sp>
        <p:nvSpPr>
          <p:cNvPr id="29" name="Shape 13">
            <a:extLst>
              <a:ext uri="{FF2B5EF4-FFF2-40B4-BE49-F238E27FC236}">
                <a16:creationId xmlns:a16="http://schemas.microsoft.com/office/drawing/2014/main" id="{844C2AED-BDD7-20A9-BA94-D8F7775453FE}"/>
              </a:ext>
            </a:extLst>
          </p:cNvPr>
          <p:cNvSpPr/>
          <p:nvPr/>
        </p:nvSpPr>
        <p:spPr>
          <a:xfrm>
            <a:off x="609600" y="2717800"/>
            <a:ext cx="10972800" cy="381000"/>
          </a:xfrm>
          <a:prstGeom prst="roundRect">
            <a:avLst>
              <a:gd name="adj" fmla="val 6667"/>
            </a:avLst>
          </a:prstGeom>
          <a:solidFill>
            <a:srgbClr val="D4D3F1"/>
          </a:solidFill>
          <a:ln/>
        </p:spPr>
        <p:txBody>
          <a:bodyPr/>
          <a:lstStyle/>
          <a:p>
            <a:endParaRPr lang="en-IN"/>
          </a:p>
        </p:txBody>
      </p:sp>
      <p:sp>
        <p:nvSpPr>
          <p:cNvPr id="31" name="Shape 14">
            <a:extLst>
              <a:ext uri="{FF2B5EF4-FFF2-40B4-BE49-F238E27FC236}">
                <a16:creationId xmlns:a16="http://schemas.microsoft.com/office/drawing/2014/main" id="{C5D5C7B4-25C6-93A5-CB39-63D7C38B5030}"/>
              </a:ext>
            </a:extLst>
          </p:cNvPr>
          <p:cNvSpPr/>
          <p:nvPr/>
        </p:nvSpPr>
        <p:spPr>
          <a:xfrm>
            <a:off x="609600" y="2717800"/>
            <a:ext cx="10972800" cy="381000"/>
          </a:xfrm>
          <a:custGeom>
            <a:avLst/>
            <a:gdLst/>
            <a:ahLst/>
            <a:cxnLst/>
            <a:rect l="l" t="t" r="r" b="b"/>
            <a:pathLst>
              <a:path w="10972800" h="381000">
                <a:moveTo>
                  <a:pt x="38100" y="381000"/>
                </a:moveTo>
                <a:lnTo>
                  <a:pt x="25400" y="381000"/>
                </a:lnTo>
                <a:arcTo wR="25400" hR="25400" stAng="5400000" swAng="5400000"/>
                <a:lnTo>
                  <a:pt x="0" y="25400"/>
                </a:lnTo>
                <a:arcTo wR="25400" hR="25400" stAng="10800000" swAng="5400000"/>
                <a:lnTo>
                  <a:pt x="38100" y="0"/>
                </a:lnTo>
                <a:lnTo>
                  <a:pt x="38100" y="381000"/>
                </a:lnTo>
                <a:close/>
              </a:path>
            </a:pathLst>
          </a:custGeom>
          <a:solidFill>
            <a:srgbClr val="4A7A2E"/>
          </a:solidFill>
          <a:ln/>
        </p:spPr>
        <p:txBody>
          <a:bodyPr/>
          <a:lstStyle/>
          <a:p>
            <a:endParaRPr lang="en-IN"/>
          </a:p>
        </p:txBody>
      </p:sp>
      <p:sp>
        <p:nvSpPr>
          <p:cNvPr id="33" name="Text 15">
            <a:extLst>
              <a:ext uri="{FF2B5EF4-FFF2-40B4-BE49-F238E27FC236}">
                <a16:creationId xmlns:a16="http://schemas.microsoft.com/office/drawing/2014/main" id="{8C434777-86B9-1B9F-30C0-EF5A87987C4B}"/>
              </a:ext>
            </a:extLst>
          </p:cNvPr>
          <p:cNvSpPr/>
          <p:nvPr/>
        </p:nvSpPr>
        <p:spPr>
          <a:xfrm>
            <a:off x="800100" y="2806700"/>
            <a:ext cx="10948797"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Domain knowledge to apply:</a:t>
            </a:r>
            <a:r>
              <a:rPr lang="en-US" sz="1200" dirty="0">
                <a:solidFill>
                  <a:srgbClr val="1E2A38"/>
                </a:solidFill>
                <a:latin typeface="Source Sans 3" pitchFamily="34" charset="0"/>
                <a:ea typeface="Source Sans 3" pitchFamily="34" charset="-122"/>
                <a:cs typeface="Source Sans 3" pitchFamily="34" charset="-120"/>
              </a:rPr>
              <a:t> feeder and transformer hierarchy, planned shutdowns, permit-to-work, meter types, regulatory connection timelines.</a:t>
            </a:r>
            <a:endParaRPr lang="en-US" sz="1200" dirty="0"/>
          </a:p>
        </p:txBody>
      </p:sp>
      <p:sp>
        <p:nvSpPr>
          <p:cNvPr id="35" name="Text 16">
            <a:extLst>
              <a:ext uri="{FF2B5EF4-FFF2-40B4-BE49-F238E27FC236}">
                <a16:creationId xmlns:a16="http://schemas.microsoft.com/office/drawing/2014/main" id="{2F28E5B1-BABA-798D-85FD-4BCD09D72B01}"/>
              </a:ext>
            </a:extLst>
          </p:cNvPr>
          <p:cNvSpPr/>
          <p:nvPr/>
        </p:nvSpPr>
        <p:spPr>
          <a:xfrm>
            <a:off x="609600" y="32385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70C0"/>
                </a:solidFill>
                <a:latin typeface="Source Sans 3" pitchFamily="34" charset="0"/>
                <a:ea typeface="Source Sans 3" pitchFamily="34" charset="-122"/>
                <a:cs typeface="Source Sans 3" pitchFamily="34" charset="-120"/>
              </a:rPr>
              <a:t>Platform elements to include</a:t>
            </a:r>
            <a:endParaRPr lang="en-US" sz="1500" dirty="0">
              <a:solidFill>
                <a:srgbClr val="0070C0"/>
              </a:solidFill>
            </a:endParaRPr>
          </a:p>
        </p:txBody>
      </p:sp>
      <p:sp>
        <p:nvSpPr>
          <p:cNvPr id="37" name="Text 17">
            <a:extLst>
              <a:ext uri="{FF2B5EF4-FFF2-40B4-BE49-F238E27FC236}">
                <a16:creationId xmlns:a16="http://schemas.microsoft.com/office/drawing/2014/main" id="{724067FB-DE88-DC08-2201-3D149105A45D}"/>
              </a:ext>
            </a:extLst>
          </p:cNvPr>
          <p:cNvSpPr/>
          <p:nvPr/>
        </p:nvSpPr>
        <p:spPr>
          <a:xfrm>
            <a:off x="609600" y="35560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Customer Portal:</a:t>
            </a:r>
            <a:r>
              <a:rPr lang="en-US" sz="1200" dirty="0">
                <a:solidFill>
                  <a:srgbClr val="1E2A38"/>
                </a:solidFill>
                <a:latin typeface="Source Sans 3" pitchFamily="34" charset="0"/>
                <a:ea typeface="Source Sans 3" pitchFamily="34" charset="-122"/>
                <a:cs typeface="Source Sans 3" pitchFamily="34" charset="-120"/>
              </a:rPr>
              <a:t> Report outages, apply for new connections, upload documents</a:t>
            </a:r>
            <a:endParaRPr lang="en-US" sz="1200" dirty="0"/>
          </a:p>
        </p:txBody>
      </p:sp>
      <p:sp>
        <p:nvSpPr>
          <p:cNvPr id="39" name="Text 18">
            <a:extLst>
              <a:ext uri="{FF2B5EF4-FFF2-40B4-BE49-F238E27FC236}">
                <a16:creationId xmlns:a16="http://schemas.microsoft.com/office/drawing/2014/main" id="{F4FFDC62-FA8E-14D4-7DFA-F5EF2F10924E}"/>
              </a:ext>
            </a:extLst>
          </p:cNvPr>
          <p:cNvSpPr/>
          <p:nvPr/>
        </p:nvSpPr>
        <p:spPr>
          <a:xfrm>
            <a:off x="609600" y="38481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Custom Tables:</a:t>
            </a:r>
            <a:r>
              <a:rPr lang="en-US" sz="1200" dirty="0">
                <a:solidFill>
                  <a:srgbClr val="1E2A38"/>
                </a:solidFill>
                <a:latin typeface="Source Sans 3" pitchFamily="34" charset="0"/>
                <a:ea typeface="Source Sans 3" pitchFamily="34" charset="-122"/>
                <a:cs typeface="Source Sans 3" pitchFamily="34" charset="-120"/>
              </a:rPr>
              <a:t> Feeders, transformers, meters, crews and permits</a:t>
            </a:r>
            <a:endParaRPr lang="en-US" sz="1200" dirty="0"/>
          </a:p>
        </p:txBody>
      </p:sp>
      <p:sp>
        <p:nvSpPr>
          <p:cNvPr id="41" name="Text 19">
            <a:extLst>
              <a:ext uri="{FF2B5EF4-FFF2-40B4-BE49-F238E27FC236}">
                <a16:creationId xmlns:a16="http://schemas.microsoft.com/office/drawing/2014/main" id="{E9224516-7F7E-CD72-47EA-465C67E53B04}"/>
              </a:ext>
            </a:extLst>
          </p:cNvPr>
          <p:cNvSpPr/>
          <p:nvPr/>
        </p:nvSpPr>
        <p:spPr>
          <a:xfrm>
            <a:off x="609600" y="4140200"/>
            <a:ext cx="5494020" cy="4318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Workflows &amp; Approvals:</a:t>
            </a:r>
            <a:r>
              <a:rPr lang="en-US" sz="1200" dirty="0">
                <a:solidFill>
                  <a:srgbClr val="1E2A38"/>
                </a:solidFill>
                <a:latin typeface="Source Sans 3" pitchFamily="34" charset="0"/>
                <a:ea typeface="Source Sans 3" pitchFamily="34" charset="-122"/>
                <a:cs typeface="Source Sans 3" pitchFamily="34" charset="-120"/>
              </a:rPr>
              <a:t> Connection stages from inspection to meter install; permit approvals</a:t>
            </a:r>
            <a:endParaRPr lang="en-US" sz="1200" dirty="0"/>
          </a:p>
        </p:txBody>
      </p:sp>
      <p:sp>
        <p:nvSpPr>
          <p:cNvPr id="43" name="Text 20">
            <a:extLst>
              <a:ext uri="{FF2B5EF4-FFF2-40B4-BE49-F238E27FC236}">
                <a16:creationId xmlns:a16="http://schemas.microsoft.com/office/drawing/2014/main" id="{97CD2536-A97B-8790-74CE-1053535DBC7D}"/>
              </a:ext>
            </a:extLst>
          </p:cNvPr>
          <p:cNvSpPr/>
          <p:nvPr/>
        </p:nvSpPr>
        <p:spPr>
          <a:xfrm>
            <a:off x="609600" y="46355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Mobile App:</a:t>
            </a:r>
            <a:r>
              <a:rPr lang="en-US" sz="1200" dirty="0">
                <a:solidFill>
                  <a:srgbClr val="1E2A38"/>
                </a:solidFill>
                <a:latin typeface="Source Sans 3" pitchFamily="34" charset="0"/>
                <a:ea typeface="Source Sans 3" pitchFamily="34" charset="-122"/>
                <a:cs typeface="Source Sans 3" pitchFamily="34" charset="-120"/>
              </a:rPr>
              <a:t> Crews get jobs, capture photos and readings, close work orders</a:t>
            </a:r>
            <a:endParaRPr lang="en-US" sz="1200" dirty="0"/>
          </a:p>
        </p:txBody>
      </p:sp>
      <p:sp>
        <p:nvSpPr>
          <p:cNvPr id="45" name="Text 21">
            <a:extLst>
              <a:ext uri="{FF2B5EF4-FFF2-40B4-BE49-F238E27FC236}">
                <a16:creationId xmlns:a16="http://schemas.microsoft.com/office/drawing/2014/main" id="{9590C756-6AB5-AD00-6798-40A060CE939B}"/>
              </a:ext>
            </a:extLst>
          </p:cNvPr>
          <p:cNvSpPr/>
          <p:nvPr/>
        </p:nvSpPr>
        <p:spPr>
          <a:xfrm>
            <a:off x="6248400" y="32385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B0F0"/>
                </a:solidFill>
                <a:latin typeface="Source Sans 3" pitchFamily="34" charset="0"/>
                <a:ea typeface="Source Sans 3" pitchFamily="34" charset="-122"/>
                <a:cs typeface="Source Sans 3" pitchFamily="34" charset="-120"/>
              </a:rPr>
              <a:t>Now Assist elements to include</a:t>
            </a:r>
            <a:endParaRPr lang="en-US" sz="1500" dirty="0">
              <a:solidFill>
                <a:srgbClr val="00B0F0"/>
              </a:solidFill>
            </a:endParaRPr>
          </a:p>
        </p:txBody>
      </p:sp>
      <p:sp>
        <p:nvSpPr>
          <p:cNvPr id="47" name="Text 22">
            <a:extLst>
              <a:ext uri="{FF2B5EF4-FFF2-40B4-BE49-F238E27FC236}">
                <a16:creationId xmlns:a16="http://schemas.microsoft.com/office/drawing/2014/main" id="{21BC0FC2-0C0B-A734-70CE-3DD55723B1CA}"/>
              </a:ext>
            </a:extLst>
          </p:cNvPr>
          <p:cNvSpPr/>
          <p:nvPr/>
        </p:nvSpPr>
        <p:spPr>
          <a:xfrm>
            <a:off x="6248400" y="35560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Work Order Summary:</a:t>
            </a:r>
            <a:r>
              <a:rPr lang="en-US" sz="1200" dirty="0">
                <a:solidFill>
                  <a:srgbClr val="1E2A38"/>
                </a:solidFill>
                <a:latin typeface="Source Sans 3" pitchFamily="34" charset="0"/>
                <a:ea typeface="Source Sans 3" pitchFamily="34" charset="-122"/>
                <a:cs typeface="Source Sans 3" pitchFamily="34" charset="-120"/>
              </a:rPr>
              <a:t> Brief the technician on history and hazards before arrival</a:t>
            </a:r>
            <a:endParaRPr lang="en-US" sz="1200" dirty="0"/>
          </a:p>
        </p:txBody>
      </p:sp>
      <p:sp>
        <p:nvSpPr>
          <p:cNvPr id="49" name="Text 23">
            <a:extLst>
              <a:ext uri="{FF2B5EF4-FFF2-40B4-BE49-F238E27FC236}">
                <a16:creationId xmlns:a16="http://schemas.microsoft.com/office/drawing/2014/main" id="{21D3DCA8-AAD4-3F3E-0F4C-1C7728697A10}"/>
              </a:ext>
            </a:extLst>
          </p:cNvPr>
          <p:cNvSpPr/>
          <p:nvPr/>
        </p:nvSpPr>
        <p:spPr>
          <a:xfrm>
            <a:off x="6248400" y="38481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Document Intelligence:</a:t>
            </a:r>
            <a:r>
              <a:rPr lang="en-US" sz="1200" dirty="0">
                <a:solidFill>
                  <a:srgbClr val="1E2A38"/>
                </a:solidFill>
                <a:latin typeface="Source Sans 3" pitchFamily="34" charset="0"/>
                <a:ea typeface="Source Sans 3" pitchFamily="34" charset="-122"/>
                <a:cs typeface="Source Sans 3" pitchFamily="34" charset="-120"/>
              </a:rPr>
              <a:t> Extract applicant details from ID and property documents</a:t>
            </a:r>
            <a:endParaRPr lang="en-US" sz="1200" dirty="0"/>
          </a:p>
        </p:txBody>
      </p:sp>
      <p:sp>
        <p:nvSpPr>
          <p:cNvPr id="51" name="Text 24">
            <a:extLst>
              <a:ext uri="{FF2B5EF4-FFF2-40B4-BE49-F238E27FC236}">
                <a16:creationId xmlns:a16="http://schemas.microsoft.com/office/drawing/2014/main" id="{E2694350-7947-1865-A395-DB932C9F7C2E}"/>
              </a:ext>
            </a:extLst>
          </p:cNvPr>
          <p:cNvSpPr/>
          <p:nvPr/>
        </p:nvSpPr>
        <p:spPr>
          <a:xfrm>
            <a:off x="6248400" y="41402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AI Search on Mobile:</a:t>
            </a:r>
            <a:r>
              <a:rPr lang="en-US" sz="1200" dirty="0">
                <a:solidFill>
                  <a:srgbClr val="1E2A38"/>
                </a:solidFill>
                <a:latin typeface="Source Sans 3" pitchFamily="34" charset="0"/>
                <a:ea typeface="Source Sans 3" pitchFamily="34" charset="-122"/>
                <a:cs typeface="Source Sans 3" pitchFamily="34" charset="-120"/>
              </a:rPr>
              <a:t> Safety procedures and fault-finding guides in the field</a:t>
            </a:r>
            <a:endParaRPr lang="en-US" sz="1200" dirty="0"/>
          </a:p>
        </p:txBody>
      </p:sp>
      <p:sp>
        <p:nvSpPr>
          <p:cNvPr id="53" name="Text 25">
            <a:extLst>
              <a:ext uri="{FF2B5EF4-FFF2-40B4-BE49-F238E27FC236}">
                <a16:creationId xmlns:a16="http://schemas.microsoft.com/office/drawing/2014/main" id="{4AE90685-AADB-C544-B165-E0FE490F5B36}"/>
              </a:ext>
            </a:extLst>
          </p:cNvPr>
          <p:cNvSpPr/>
          <p:nvPr/>
        </p:nvSpPr>
        <p:spPr>
          <a:xfrm>
            <a:off x="6248400" y="44323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Customer Updates:</a:t>
            </a:r>
            <a:r>
              <a:rPr lang="en-US" sz="1200" dirty="0">
                <a:solidFill>
                  <a:srgbClr val="1E2A38"/>
                </a:solidFill>
                <a:latin typeface="Source Sans 3" pitchFamily="34" charset="0"/>
                <a:ea typeface="Source Sans 3" pitchFamily="34" charset="-122"/>
                <a:cs typeface="Source Sans 3" pitchFamily="34" charset="-120"/>
              </a:rPr>
              <a:t> Generate restoration-time messages for affected feeders</a:t>
            </a:r>
            <a:endParaRPr lang="en-US" sz="1200" dirty="0"/>
          </a:p>
        </p:txBody>
      </p:sp>
    </p:spTree>
    <p:extLst>
      <p:ext uri="{BB962C8B-B14F-4D97-AF65-F5344CB8AC3E}">
        <p14:creationId xmlns:p14="http://schemas.microsoft.com/office/powerpoint/2010/main" val="3952187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8BFBB-626B-69DA-75BA-046A6CD1E7CF}"/>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1D9D309C-0C10-8A38-3175-5666366D17CA}"/>
              </a:ext>
            </a:extLst>
          </p:cNvPr>
          <p:cNvSpPr/>
          <p:nvPr/>
        </p:nvSpPr>
        <p:spPr>
          <a:xfrm>
            <a:off x="609600" y="457200"/>
            <a:ext cx="1009055"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1"/>
                </a:solidFill>
                <a:latin typeface="Source Sans 3" pitchFamily="34" charset="0"/>
                <a:ea typeface="Source Sans 3" pitchFamily="34" charset="-122"/>
                <a:cs typeface="Source Sans 3" pitchFamily="34" charset="-120"/>
              </a:rPr>
              <a:t>PROBLEM 10</a:t>
            </a:r>
            <a:endParaRPr lang="en-US" sz="1200" dirty="0"/>
          </a:p>
        </p:txBody>
      </p:sp>
      <p:sp>
        <p:nvSpPr>
          <p:cNvPr id="5" name="Shape 1">
            <a:extLst>
              <a:ext uri="{FF2B5EF4-FFF2-40B4-BE49-F238E27FC236}">
                <a16:creationId xmlns:a16="http://schemas.microsoft.com/office/drawing/2014/main" id="{EA95A5E1-04E4-9150-EA91-B7CC6EFCD7F3}"/>
              </a:ext>
            </a:extLst>
          </p:cNvPr>
          <p:cNvSpPr/>
          <p:nvPr/>
        </p:nvSpPr>
        <p:spPr>
          <a:xfrm>
            <a:off x="7460555" y="406400"/>
            <a:ext cx="1736923" cy="311150"/>
          </a:xfrm>
          <a:prstGeom prst="roundRect">
            <a:avLst>
              <a:gd name="adj" fmla="val 20408"/>
            </a:avLst>
          </a:prstGeom>
          <a:solidFill>
            <a:srgbClr val="0070C0"/>
          </a:solidFill>
          <a:ln/>
        </p:spPr>
        <p:txBody>
          <a:bodyPr/>
          <a:lstStyle/>
          <a:p>
            <a:endParaRPr lang="en-IN"/>
          </a:p>
        </p:txBody>
      </p:sp>
      <p:sp>
        <p:nvSpPr>
          <p:cNvPr id="7" name="Text 2">
            <a:extLst>
              <a:ext uri="{FF2B5EF4-FFF2-40B4-BE49-F238E27FC236}">
                <a16:creationId xmlns:a16="http://schemas.microsoft.com/office/drawing/2014/main" id="{3A9B5E19-D963-6BFE-3C78-F66A5A56A7C0}"/>
              </a:ext>
            </a:extLst>
          </p:cNvPr>
          <p:cNvSpPr/>
          <p:nvPr/>
        </p:nvSpPr>
        <p:spPr>
          <a:xfrm>
            <a:off x="7638355" y="457200"/>
            <a:ext cx="143212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ServiceNow Platform</a:t>
            </a:r>
            <a:endParaRPr lang="en-US" sz="1200" dirty="0"/>
          </a:p>
        </p:txBody>
      </p:sp>
      <p:sp>
        <p:nvSpPr>
          <p:cNvPr id="9" name="Shape 3">
            <a:extLst>
              <a:ext uri="{FF2B5EF4-FFF2-40B4-BE49-F238E27FC236}">
                <a16:creationId xmlns:a16="http://schemas.microsoft.com/office/drawing/2014/main" id="{28AB80A6-782E-3478-6148-0C1996C52A31}"/>
              </a:ext>
            </a:extLst>
          </p:cNvPr>
          <p:cNvSpPr/>
          <p:nvPr/>
        </p:nvSpPr>
        <p:spPr>
          <a:xfrm>
            <a:off x="9299079" y="406400"/>
            <a:ext cx="1059755" cy="311150"/>
          </a:xfrm>
          <a:prstGeom prst="roundRect">
            <a:avLst>
              <a:gd name="adj" fmla="val 20408"/>
            </a:avLst>
          </a:prstGeom>
          <a:solidFill>
            <a:srgbClr val="00B0F0"/>
          </a:solidFill>
          <a:ln/>
        </p:spPr>
        <p:txBody>
          <a:bodyPr/>
          <a:lstStyle/>
          <a:p>
            <a:endParaRPr lang="en-IN"/>
          </a:p>
        </p:txBody>
      </p:sp>
      <p:sp>
        <p:nvSpPr>
          <p:cNvPr id="11" name="Text 4">
            <a:extLst>
              <a:ext uri="{FF2B5EF4-FFF2-40B4-BE49-F238E27FC236}">
                <a16:creationId xmlns:a16="http://schemas.microsoft.com/office/drawing/2014/main" id="{A1D97774-6210-4BD5-030D-E7BC2A0FD98A}"/>
              </a:ext>
            </a:extLst>
          </p:cNvPr>
          <p:cNvSpPr/>
          <p:nvPr/>
        </p:nvSpPr>
        <p:spPr>
          <a:xfrm>
            <a:off x="9476879" y="457200"/>
            <a:ext cx="754955"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Now Assist</a:t>
            </a:r>
            <a:endParaRPr lang="en-US" sz="1200" dirty="0"/>
          </a:p>
        </p:txBody>
      </p:sp>
      <p:sp>
        <p:nvSpPr>
          <p:cNvPr id="13" name="Shape 5">
            <a:extLst>
              <a:ext uri="{FF2B5EF4-FFF2-40B4-BE49-F238E27FC236}">
                <a16:creationId xmlns:a16="http://schemas.microsoft.com/office/drawing/2014/main" id="{3D9EC6ED-56C7-3FD5-FEEA-677BC4E41B84}"/>
              </a:ext>
            </a:extLst>
          </p:cNvPr>
          <p:cNvSpPr/>
          <p:nvPr/>
        </p:nvSpPr>
        <p:spPr>
          <a:xfrm>
            <a:off x="10460434" y="406400"/>
            <a:ext cx="1121966" cy="311150"/>
          </a:xfrm>
          <a:prstGeom prst="roundRect">
            <a:avLst>
              <a:gd name="adj" fmla="val 20408"/>
            </a:avLst>
          </a:prstGeom>
          <a:solidFill>
            <a:srgbClr val="00828E"/>
          </a:solidFill>
          <a:ln/>
        </p:spPr>
        <p:txBody>
          <a:bodyPr/>
          <a:lstStyle/>
          <a:p>
            <a:endParaRPr lang="en-IN"/>
          </a:p>
        </p:txBody>
      </p:sp>
      <p:sp>
        <p:nvSpPr>
          <p:cNvPr id="15" name="Text 6">
            <a:extLst>
              <a:ext uri="{FF2B5EF4-FFF2-40B4-BE49-F238E27FC236}">
                <a16:creationId xmlns:a16="http://schemas.microsoft.com/office/drawing/2014/main" id="{7BCC86E5-6755-7387-3577-55ACA28FF239}"/>
              </a:ext>
            </a:extLst>
          </p:cNvPr>
          <p:cNvSpPr/>
          <p:nvPr/>
        </p:nvSpPr>
        <p:spPr>
          <a:xfrm>
            <a:off x="10638234" y="457200"/>
            <a:ext cx="817166"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AF7"/>
                </a:solidFill>
                <a:latin typeface="Source Sans 3" pitchFamily="34" charset="0"/>
                <a:ea typeface="Source Sans 3" pitchFamily="34" charset="-122"/>
                <a:cs typeface="Source Sans 3" pitchFamily="34" charset="-120"/>
              </a:rPr>
              <a:t>HR Services</a:t>
            </a:r>
            <a:endParaRPr lang="en-US" sz="1200" dirty="0"/>
          </a:p>
        </p:txBody>
      </p:sp>
      <p:sp>
        <p:nvSpPr>
          <p:cNvPr id="17" name="Shape 7">
            <a:extLst>
              <a:ext uri="{FF2B5EF4-FFF2-40B4-BE49-F238E27FC236}">
                <a16:creationId xmlns:a16="http://schemas.microsoft.com/office/drawing/2014/main" id="{C4679D0F-6A3D-D911-B8D3-ABC8034A2A10}"/>
              </a:ext>
            </a:extLst>
          </p:cNvPr>
          <p:cNvSpPr/>
          <p:nvPr/>
        </p:nvSpPr>
        <p:spPr>
          <a:xfrm>
            <a:off x="609600" y="857250"/>
            <a:ext cx="10972800" cy="628650"/>
          </a:xfrm>
          <a:prstGeom prst="roundRect">
            <a:avLst>
              <a:gd name="adj" fmla="val 6061"/>
            </a:avLst>
          </a:prstGeom>
          <a:solidFill>
            <a:srgbClr val="00828E"/>
          </a:solidFill>
          <a:ln/>
        </p:spPr>
        <p:txBody>
          <a:bodyPr/>
          <a:lstStyle/>
          <a:p>
            <a:endParaRPr lang="en-IN"/>
          </a:p>
        </p:txBody>
      </p:sp>
      <p:sp>
        <p:nvSpPr>
          <p:cNvPr id="19" name="Text 8">
            <a:extLst>
              <a:ext uri="{FF2B5EF4-FFF2-40B4-BE49-F238E27FC236}">
                <a16:creationId xmlns:a16="http://schemas.microsoft.com/office/drawing/2014/main" id="{E6416F2B-06F0-F472-A579-515FC086F002}"/>
              </a:ext>
            </a:extLst>
          </p:cNvPr>
          <p:cNvSpPr/>
          <p:nvPr/>
        </p:nvSpPr>
        <p:spPr>
          <a:xfrm>
            <a:off x="706628" y="984250"/>
            <a:ext cx="10778744" cy="400050"/>
          </a:xfrm>
          <a:prstGeom prst="rect">
            <a:avLst/>
          </a:prstGeom>
          <a:noFill/>
          <a:ln/>
        </p:spPr>
        <p:txBody>
          <a:bodyPr wrap="square" lIns="0" tIns="0" rIns="0" bIns="0" rtlCol="0" anchor="t">
            <a:normAutofit/>
          </a:bodyPr>
          <a:lstStyle/>
          <a:p>
            <a:pPr marL="0" indent="0" algn="ctr">
              <a:lnSpc>
                <a:spcPts val="2990"/>
              </a:lnSpc>
              <a:buNone/>
            </a:pPr>
            <a:r>
              <a:rPr lang="en-US" sz="2600" b="1" dirty="0">
                <a:solidFill>
                  <a:srgbClr val="FBFAF7"/>
                </a:solidFill>
                <a:latin typeface="Source Sans 3" pitchFamily="34" charset="0"/>
                <a:ea typeface="Source Sans 3" pitchFamily="34" charset="-122"/>
                <a:cs typeface="Source Sans 3" pitchFamily="34" charset="-120"/>
              </a:rPr>
              <a:t>HR – Onboarding &amp; Employee Lifecycle at Scale</a:t>
            </a:r>
            <a:endParaRPr lang="en-US" sz="2600" dirty="0"/>
          </a:p>
        </p:txBody>
      </p:sp>
      <p:sp>
        <p:nvSpPr>
          <p:cNvPr id="21" name="Text 9">
            <a:extLst>
              <a:ext uri="{FF2B5EF4-FFF2-40B4-BE49-F238E27FC236}">
                <a16:creationId xmlns:a16="http://schemas.microsoft.com/office/drawing/2014/main" id="{CA8D7D47-1E19-6584-A465-95AE0F444FE0}"/>
              </a:ext>
            </a:extLst>
          </p:cNvPr>
          <p:cNvSpPr/>
          <p:nvPr/>
        </p:nvSpPr>
        <p:spPr>
          <a:xfrm>
            <a:off x="609600" y="16256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A38"/>
                </a:solidFill>
                <a:latin typeface="Source Sans 3" pitchFamily="34" charset="0"/>
                <a:ea typeface="Source Sans 3" pitchFamily="34" charset="-122"/>
                <a:cs typeface="Source Sans 3" pitchFamily="34" charset="-120"/>
              </a:rPr>
              <a:t>Background</a:t>
            </a:r>
            <a:endParaRPr lang="en-US" sz="1500" dirty="0"/>
          </a:p>
        </p:txBody>
      </p:sp>
      <p:sp>
        <p:nvSpPr>
          <p:cNvPr id="23" name="Text 10">
            <a:extLst>
              <a:ext uri="{FF2B5EF4-FFF2-40B4-BE49-F238E27FC236}">
                <a16:creationId xmlns:a16="http://schemas.microsoft.com/office/drawing/2014/main" id="{2CCE0E19-42B8-F305-78A5-BFAB18D81BE1}"/>
              </a:ext>
            </a:extLst>
          </p:cNvPr>
          <p:cNvSpPr/>
          <p:nvPr/>
        </p:nvSpPr>
        <p:spPr>
          <a:xfrm>
            <a:off x="609600" y="1892300"/>
            <a:ext cx="5494020"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1"/>
                </a:solidFill>
                <a:latin typeface="Source Sans 3" pitchFamily="34" charset="0"/>
                <a:ea typeface="Source Sans 3" pitchFamily="34" charset="-122"/>
                <a:cs typeface="Source Sans 3" pitchFamily="34" charset="-120"/>
              </a:rPr>
              <a:t>An IT services firm onboards hundreds of freshers a month. Offers, background checks, laptops, access and induction span HR, IT, Facilities and Finance, and joiners chase updates by email.</a:t>
            </a:r>
            <a:endParaRPr lang="en-US" sz="1300" dirty="0"/>
          </a:p>
        </p:txBody>
      </p:sp>
      <p:sp>
        <p:nvSpPr>
          <p:cNvPr id="25" name="Text 11">
            <a:extLst>
              <a:ext uri="{FF2B5EF4-FFF2-40B4-BE49-F238E27FC236}">
                <a16:creationId xmlns:a16="http://schemas.microsoft.com/office/drawing/2014/main" id="{5DA8B876-77D8-33C3-EF19-A995517F491D}"/>
              </a:ext>
            </a:extLst>
          </p:cNvPr>
          <p:cNvSpPr/>
          <p:nvPr/>
        </p:nvSpPr>
        <p:spPr>
          <a:xfrm>
            <a:off x="6248400" y="16256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A38"/>
                </a:solidFill>
                <a:latin typeface="Source Sans 3" pitchFamily="34" charset="0"/>
                <a:ea typeface="Source Sans 3" pitchFamily="34" charset="-122"/>
                <a:cs typeface="Source Sans 3" pitchFamily="34" charset="-120"/>
              </a:rPr>
              <a:t>Objective</a:t>
            </a:r>
            <a:endParaRPr lang="en-US" sz="1500" dirty="0"/>
          </a:p>
        </p:txBody>
      </p:sp>
      <p:sp>
        <p:nvSpPr>
          <p:cNvPr id="27" name="Text 12">
            <a:extLst>
              <a:ext uri="{FF2B5EF4-FFF2-40B4-BE49-F238E27FC236}">
                <a16:creationId xmlns:a16="http://schemas.microsoft.com/office/drawing/2014/main" id="{843BFF70-A452-48B1-3C7D-3847297FFF8B}"/>
              </a:ext>
            </a:extLst>
          </p:cNvPr>
          <p:cNvSpPr/>
          <p:nvPr/>
        </p:nvSpPr>
        <p:spPr>
          <a:xfrm>
            <a:off x="6248400" y="1892300"/>
            <a:ext cx="5494020"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1"/>
                </a:solidFill>
                <a:latin typeface="Source Sans 3" pitchFamily="34" charset="0"/>
                <a:ea typeface="Source Sans 3" pitchFamily="34" charset="-122"/>
                <a:cs typeface="Source Sans 3" pitchFamily="34" charset="-120"/>
              </a:rPr>
              <a:t>Build an HR service delivery solution that orchestrates onboarding across departments, gives joiners a guided experience and uses Now Assist for policy answers, without exposing salary or personal data.</a:t>
            </a:r>
            <a:endParaRPr lang="en-US" sz="1300" dirty="0"/>
          </a:p>
        </p:txBody>
      </p:sp>
      <p:sp>
        <p:nvSpPr>
          <p:cNvPr id="29" name="Shape 13">
            <a:extLst>
              <a:ext uri="{FF2B5EF4-FFF2-40B4-BE49-F238E27FC236}">
                <a16:creationId xmlns:a16="http://schemas.microsoft.com/office/drawing/2014/main" id="{780E79B6-D790-C9E0-B506-C5AC750A70E6}"/>
              </a:ext>
            </a:extLst>
          </p:cNvPr>
          <p:cNvSpPr/>
          <p:nvPr/>
        </p:nvSpPr>
        <p:spPr>
          <a:xfrm>
            <a:off x="609600" y="2717800"/>
            <a:ext cx="10972800" cy="381000"/>
          </a:xfrm>
          <a:prstGeom prst="roundRect">
            <a:avLst>
              <a:gd name="adj" fmla="val 6667"/>
            </a:avLst>
          </a:prstGeom>
          <a:solidFill>
            <a:srgbClr val="D4D3F1"/>
          </a:solidFill>
          <a:ln/>
        </p:spPr>
        <p:txBody>
          <a:bodyPr/>
          <a:lstStyle/>
          <a:p>
            <a:endParaRPr lang="en-IN"/>
          </a:p>
        </p:txBody>
      </p:sp>
      <p:sp>
        <p:nvSpPr>
          <p:cNvPr id="31" name="Shape 14">
            <a:extLst>
              <a:ext uri="{FF2B5EF4-FFF2-40B4-BE49-F238E27FC236}">
                <a16:creationId xmlns:a16="http://schemas.microsoft.com/office/drawing/2014/main" id="{8BCB708A-4EA2-1D30-1117-A0029B122904}"/>
              </a:ext>
            </a:extLst>
          </p:cNvPr>
          <p:cNvSpPr/>
          <p:nvPr/>
        </p:nvSpPr>
        <p:spPr>
          <a:xfrm>
            <a:off x="609600" y="2717800"/>
            <a:ext cx="10972800" cy="381000"/>
          </a:xfrm>
          <a:custGeom>
            <a:avLst/>
            <a:gdLst/>
            <a:ahLst/>
            <a:cxnLst/>
            <a:rect l="l" t="t" r="r" b="b"/>
            <a:pathLst>
              <a:path w="10972800" h="381000">
                <a:moveTo>
                  <a:pt x="38100" y="381000"/>
                </a:moveTo>
                <a:lnTo>
                  <a:pt x="25400" y="381000"/>
                </a:lnTo>
                <a:arcTo wR="25400" hR="25400" stAng="5400000" swAng="5400000"/>
                <a:lnTo>
                  <a:pt x="0" y="25400"/>
                </a:lnTo>
                <a:arcTo wR="25400" hR="25400" stAng="10800000" swAng="5400000"/>
                <a:lnTo>
                  <a:pt x="38100" y="0"/>
                </a:lnTo>
                <a:lnTo>
                  <a:pt x="38100" y="381000"/>
                </a:lnTo>
                <a:close/>
              </a:path>
            </a:pathLst>
          </a:custGeom>
          <a:solidFill>
            <a:srgbClr val="4A7A2E"/>
          </a:solidFill>
          <a:ln/>
        </p:spPr>
        <p:txBody>
          <a:bodyPr/>
          <a:lstStyle/>
          <a:p>
            <a:endParaRPr lang="en-IN"/>
          </a:p>
        </p:txBody>
      </p:sp>
      <p:sp>
        <p:nvSpPr>
          <p:cNvPr id="33" name="Text 15">
            <a:extLst>
              <a:ext uri="{FF2B5EF4-FFF2-40B4-BE49-F238E27FC236}">
                <a16:creationId xmlns:a16="http://schemas.microsoft.com/office/drawing/2014/main" id="{C6B3EC09-0D63-68BE-524B-5B3550CC3656}"/>
              </a:ext>
            </a:extLst>
          </p:cNvPr>
          <p:cNvSpPr/>
          <p:nvPr/>
        </p:nvSpPr>
        <p:spPr>
          <a:xfrm>
            <a:off x="800100" y="2806700"/>
            <a:ext cx="10948797"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Domain knowledge to apply:</a:t>
            </a:r>
            <a:r>
              <a:rPr lang="en-US" sz="1200" dirty="0">
                <a:solidFill>
                  <a:srgbClr val="1E2A38"/>
                </a:solidFill>
                <a:latin typeface="Source Sans 3" pitchFamily="34" charset="0"/>
                <a:ea typeface="Source Sans 3" pitchFamily="34" charset="-122"/>
                <a:cs typeface="Source Sans 3" pitchFamily="34" charset="-120"/>
              </a:rPr>
              <a:t> background verification, statutory enrolment (PF, ESI), probation, bench and allocation, leave and relocation policy.</a:t>
            </a:r>
            <a:endParaRPr lang="en-US" sz="1200" dirty="0"/>
          </a:p>
        </p:txBody>
      </p:sp>
      <p:sp>
        <p:nvSpPr>
          <p:cNvPr id="35" name="Text 16">
            <a:extLst>
              <a:ext uri="{FF2B5EF4-FFF2-40B4-BE49-F238E27FC236}">
                <a16:creationId xmlns:a16="http://schemas.microsoft.com/office/drawing/2014/main" id="{8127DD89-0744-8216-E562-F021D4B2D1D6}"/>
              </a:ext>
            </a:extLst>
          </p:cNvPr>
          <p:cNvSpPr/>
          <p:nvPr/>
        </p:nvSpPr>
        <p:spPr>
          <a:xfrm>
            <a:off x="609600" y="32385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70C0"/>
                </a:solidFill>
                <a:latin typeface="Source Sans 3" pitchFamily="34" charset="0"/>
                <a:ea typeface="Source Sans 3" pitchFamily="34" charset="-122"/>
                <a:cs typeface="Source Sans 3" pitchFamily="34" charset="-120"/>
              </a:rPr>
              <a:t>Platform elements to include</a:t>
            </a:r>
            <a:endParaRPr lang="en-US" sz="1500" dirty="0">
              <a:solidFill>
                <a:srgbClr val="0070C0"/>
              </a:solidFill>
            </a:endParaRPr>
          </a:p>
        </p:txBody>
      </p:sp>
      <p:sp>
        <p:nvSpPr>
          <p:cNvPr id="37" name="Text 17">
            <a:extLst>
              <a:ext uri="{FF2B5EF4-FFF2-40B4-BE49-F238E27FC236}">
                <a16:creationId xmlns:a16="http://schemas.microsoft.com/office/drawing/2014/main" id="{C5904A3B-1D18-CC91-DE8F-D5CA7BC56D06}"/>
              </a:ext>
            </a:extLst>
          </p:cNvPr>
          <p:cNvSpPr/>
          <p:nvPr/>
        </p:nvSpPr>
        <p:spPr>
          <a:xfrm>
            <a:off x="609600" y="35560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Employee Center:</a:t>
            </a:r>
            <a:r>
              <a:rPr lang="en-US" sz="1200" dirty="0">
                <a:solidFill>
                  <a:srgbClr val="1E2A38"/>
                </a:solidFill>
                <a:latin typeface="Source Sans 3" pitchFamily="34" charset="0"/>
                <a:ea typeface="Source Sans 3" pitchFamily="34" charset="-122"/>
                <a:cs typeface="Source Sans 3" pitchFamily="34" charset="-120"/>
              </a:rPr>
              <a:t> One hub for pre-joiners and employees to ask and track</a:t>
            </a:r>
            <a:endParaRPr lang="en-US" sz="1200" dirty="0"/>
          </a:p>
        </p:txBody>
      </p:sp>
      <p:sp>
        <p:nvSpPr>
          <p:cNvPr id="39" name="Text 18">
            <a:extLst>
              <a:ext uri="{FF2B5EF4-FFF2-40B4-BE49-F238E27FC236}">
                <a16:creationId xmlns:a16="http://schemas.microsoft.com/office/drawing/2014/main" id="{DB1FD996-BC0C-2D4A-9753-A3874BE1A6B9}"/>
              </a:ext>
            </a:extLst>
          </p:cNvPr>
          <p:cNvSpPr/>
          <p:nvPr/>
        </p:nvSpPr>
        <p:spPr>
          <a:xfrm>
            <a:off x="609600" y="38481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Lifecycle Events:</a:t>
            </a:r>
            <a:r>
              <a:rPr lang="en-US" sz="1200" dirty="0">
                <a:solidFill>
                  <a:srgbClr val="1E2A38"/>
                </a:solidFill>
                <a:latin typeface="Source Sans 3" pitchFamily="34" charset="0"/>
                <a:ea typeface="Source Sans 3" pitchFamily="34" charset="-122"/>
                <a:cs typeface="Source Sans 3" pitchFamily="34" charset="-120"/>
              </a:rPr>
              <a:t> Onboarding journey with tasks across HR, IT, Facilities, Finance</a:t>
            </a:r>
            <a:endParaRPr lang="en-US" sz="1200" dirty="0"/>
          </a:p>
        </p:txBody>
      </p:sp>
      <p:sp>
        <p:nvSpPr>
          <p:cNvPr id="41" name="Text 19">
            <a:extLst>
              <a:ext uri="{FF2B5EF4-FFF2-40B4-BE49-F238E27FC236}">
                <a16:creationId xmlns:a16="http://schemas.microsoft.com/office/drawing/2014/main" id="{47F2B6C4-C45F-8AE5-743A-DB69CFD58F96}"/>
              </a:ext>
            </a:extLst>
          </p:cNvPr>
          <p:cNvSpPr/>
          <p:nvPr/>
        </p:nvSpPr>
        <p:spPr>
          <a:xfrm>
            <a:off x="609600" y="41402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Custom Tables:</a:t>
            </a:r>
            <a:r>
              <a:rPr lang="en-US" sz="1200" dirty="0">
                <a:solidFill>
                  <a:srgbClr val="1E2A38"/>
                </a:solidFill>
                <a:latin typeface="Source Sans 3" pitchFamily="34" charset="0"/>
                <a:ea typeface="Source Sans 3" pitchFamily="34" charset="-122"/>
                <a:cs typeface="Source Sans 3" pitchFamily="34" charset="-120"/>
              </a:rPr>
              <a:t> Joiners, batches, locations, verification status and assets</a:t>
            </a:r>
            <a:endParaRPr lang="en-US" sz="1200" dirty="0"/>
          </a:p>
        </p:txBody>
      </p:sp>
      <p:sp>
        <p:nvSpPr>
          <p:cNvPr id="43" name="Text 20">
            <a:extLst>
              <a:ext uri="{FF2B5EF4-FFF2-40B4-BE49-F238E27FC236}">
                <a16:creationId xmlns:a16="http://schemas.microsoft.com/office/drawing/2014/main" id="{68E544C0-DE72-CF68-8FB9-7CE3A0A039F9}"/>
              </a:ext>
            </a:extLst>
          </p:cNvPr>
          <p:cNvSpPr/>
          <p:nvPr/>
        </p:nvSpPr>
        <p:spPr>
          <a:xfrm>
            <a:off x="609600" y="44323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Dashboards:</a:t>
            </a:r>
            <a:r>
              <a:rPr lang="en-US" sz="1200" dirty="0">
                <a:solidFill>
                  <a:srgbClr val="1E2A38"/>
                </a:solidFill>
                <a:latin typeface="Source Sans 3" pitchFamily="34" charset="0"/>
                <a:ea typeface="Source Sans 3" pitchFamily="34" charset="-122"/>
                <a:cs typeface="Source Sans 3" pitchFamily="34" charset="-120"/>
              </a:rPr>
              <a:t> Day-one readiness, verification ageing and onboarding delays</a:t>
            </a:r>
            <a:endParaRPr lang="en-US" sz="1200" dirty="0"/>
          </a:p>
        </p:txBody>
      </p:sp>
      <p:sp>
        <p:nvSpPr>
          <p:cNvPr id="45" name="Text 21">
            <a:extLst>
              <a:ext uri="{FF2B5EF4-FFF2-40B4-BE49-F238E27FC236}">
                <a16:creationId xmlns:a16="http://schemas.microsoft.com/office/drawing/2014/main" id="{6FC0CD82-583D-9184-7223-74977122121C}"/>
              </a:ext>
            </a:extLst>
          </p:cNvPr>
          <p:cNvSpPr/>
          <p:nvPr/>
        </p:nvSpPr>
        <p:spPr>
          <a:xfrm>
            <a:off x="6248400" y="3238500"/>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B0F0"/>
                </a:solidFill>
                <a:latin typeface="Source Sans 3" pitchFamily="34" charset="0"/>
                <a:ea typeface="Source Sans 3" pitchFamily="34" charset="-122"/>
                <a:cs typeface="Source Sans 3" pitchFamily="34" charset="-120"/>
              </a:rPr>
              <a:t>Now Assist elements to include</a:t>
            </a:r>
            <a:endParaRPr lang="en-US" sz="1500" dirty="0">
              <a:solidFill>
                <a:srgbClr val="00B0F0"/>
              </a:solidFill>
            </a:endParaRPr>
          </a:p>
        </p:txBody>
      </p:sp>
      <p:sp>
        <p:nvSpPr>
          <p:cNvPr id="47" name="Text 22">
            <a:extLst>
              <a:ext uri="{FF2B5EF4-FFF2-40B4-BE49-F238E27FC236}">
                <a16:creationId xmlns:a16="http://schemas.microsoft.com/office/drawing/2014/main" id="{96030D25-FEA4-285D-2104-A8D5F6A642EB}"/>
              </a:ext>
            </a:extLst>
          </p:cNvPr>
          <p:cNvSpPr/>
          <p:nvPr/>
        </p:nvSpPr>
        <p:spPr>
          <a:xfrm>
            <a:off x="6248400" y="35560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Now Assist in Virtual Agent:</a:t>
            </a:r>
            <a:r>
              <a:rPr lang="en-US" sz="1200" dirty="0">
                <a:solidFill>
                  <a:srgbClr val="1E2A38"/>
                </a:solidFill>
                <a:latin typeface="Source Sans 3" pitchFamily="34" charset="0"/>
                <a:ea typeface="Source Sans 3" pitchFamily="34" charset="-122"/>
                <a:cs typeface="Source Sans 3" pitchFamily="34" charset="-120"/>
              </a:rPr>
              <a:t> Answers on leave, relocation and statutory benefits</a:t>
            </a:r>
            <a:endParaRPr lang="en-US" sz="1200" dirty="0"/>
          </a:p>
        </p:txBody>
      </p:sp>
      <p:sp>
        <p:nvSpPr>
          <p:cNvPr id="49" name="Text 23">
            <a:extLst>
              <a:ext uri="{FF2B5EF4-FFF2-40B4-BE49-F238E27FC236}">
                <a16:creationId xmlns:a16="http://schemas.microsoft.com/office/drawing/2014/main" id="{3368D1C6-481D-DCE6-101A-F5459E741126}"/>
              </a:ext>
            </a:extLst>
          </p:cNvPr>
          <p:cNvSpPr/>
          <p:nvPr/>
        </p:nvSpPr>
        <p:spPr>
          <a:xfrm>
            <a:off x="6248400" y="38481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HR Case Summarization:</a:t>
            </a:r>
            <a:r>
              <a:rPr lang="en-US" sz="1200" dirty="0">
                <a:solidFill>
                  <a:srgbClr val="1E2A38"/>
                </a:solidFill>
                <a:latin typeface="Source Sans 3" pitchFamily="34" charset="0"/>
                <a:ea typeface="Source Sans 3" pitchFamily="34" charset="-122"/>
                <a:cs typeface="Source Sans 3" pitchFamily="34" charset="-120"/>
              </a:rPr>
              <a:t> Summaries for HR agents on complex joiner cases</a:t>
            </a:r>
            <a:endParaRPr lang="en-US" sz="1200" dirty="0"/>
          </a:p>
        </p:txBody>
      </p:sp>
      <p:sp>
        <p:nvSpPr>
          <p:cNvPr id="51" name="Text 24">
            <a:extLst>
              <a:ext uri="{FF2B5EF4-FFF2-40B4-BE49-F238E27FC236}">
                <a16:creationId xmlns:a16="http://schemas.microsoft.com/office/drawing/2014/main" id="{0529036D-6038-5930-CE77-EBEAA31BA63E}"/>
              </a:ext>
            </a:extLst>
          </p:cNvPr>
          <p:cNvSpPr/>
          <p:nvPr/>
        </p:nvSpPr>
        <p:spPr>
          <a:xfrm>
            <a:off x="6248400" y="41402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Knowledge Generation:</a:t>
            </a:r>
            <a:r>
              <a:rPr lang="en-US" sz="1200" dirty="0">
                <a:solidFill>
                  <a:srgbClr val="1E2A38"/>
                </a:solidFill>
                <a:latin typeface="Source Sans 3" pitchFamily="34" charset="0"/>
                <a:ea typeface="Source Sans 3" pitchFamily="34" charset="-122"/>
                <a:cs typeface="Source Sans 3" pitchFamily="34" charset="-120"/>
              </a:rPr>
              <a:t> Create articles from policy documents</a:t>
            </a:r>
            <a:endParaRPr lang="en-US" sz="1200" dirty="0"/>
          </a:p>
        </p:txBody>
      </p:sp>
      <p:sp>
        <p:nvSpPr>
          <p:cNvPr id="53" name="Text 25">
            <a:extLst>
              <a:ext uri="{FF2B5EF4-FFF2-40B4-BE49-F238E27FC236}">
                <a16:creationId xmlns:a16="http://schemas.microsoft.com/office/drawing/2014/main" id="{94FCA562-15E4-E9B9-32F8-29287EA4BFC3}"/>
              </a:ext>
            </a:extLst>
          </p:cNvPr>
          <p:cNvSpPr/>
          <p:nvPr/>
        </p:nvSpPr>
        <p:spPr>
          <a:xfrm>
            <a:off x="6248400" y="4432300"/>
            <a:ext cx="5494020" cy="2286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E2A38"/>
                </a:solidFill>
                <a:latin typeface="Source Sans 3" pitchFamily="34" charset="0"/>
                <a:ea typeface="Source Sans 3" pitchFamily="34" charset="-122"/>
                <a:cs typeface="Source Sans 3" pitchFamily="34" charset="-120"/>
              </a:rPr>
              <a:t>AI Agent:</a:t>
            </a:r>
            <a:r>
              <a:rPr lang="en-US" sz="1200" dirty="0">
                <a:solidFill>
                  <a:srgbClr val="1E2A38"/>
                </a:solidFill>
                <a:latin typeface="Source Sans 3" pitchFamily="34" charset="0"/>
                <a:ea typeface="Source Sans 3" pitchFamily="34" charset="-122"/>
                <a:cs typeface="Source Sans 3" pitchFamily="34" charset="-120"/>
              </a:rPr>
              <a:t> Chase pending verification documents and nudge joiners</a:t>
            </a:r>
            <a:endParaRPr lang="en-US" sz="1200" dirty="0"/>
          </a:p>
        </p:txBody>
      </p:sp>
    </p:spTree>
    <p:extLst>
      <p:ext uri="{BB962C8B-B14F-4D97-AF65-F5344CB8AC3E}">
        <p14:creationId xmlns:p14="http://schemas.microsoft.com/office/powerpoint/2010/main" val="3910372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31C29-1332-2428-E110-F34684CAD9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1FDE8-CD79-153F-84F4-C39D63D99D3E}"/>
              </a:ext>
            </a:extLst>
          </p:cNvPr>
          <p:cNvSpPr>
            <a:spLocks noGrp="1"/>
          </p:cNvSpPr>
          <p:nvPr>
            <p:ph type="title" idx="4294967295"/>
          </p:nvPr>
        </p:nvSpPr>
        <p:spPr>
          <a:xfrm>
            <a:off x="551384" y="-930372"/>
            <a:ext cx="11090938" cy="930372"/>
          </a:xfrm>
        </p:spPr>
        <p:txBody>
          <a:bodyPr vert="horz" lIns="0" tIns="0" rIns="0" bIns="126000" rtlCol="0" anchor="b" anchorCtr="0">
            <a:noAutofit/>
          </a:bodyPr>
          <a:lstStyle/>
          <a:p>
            <a:r>
              <a:rPr lang="en-US" dirty="0"/>
              <a:t>Back cover</a:t>
            </a:r>
          </a:p>
        </p:txBody>
      </p:sp>
    </p:spTree>
    <p:extLst>
      <p:ext uri="{BB962C8B-B14F-4D97-AF65-F5344CB8AC3E}">
        <p14:creationId xmlns:p14="http://schemas.microsoft.com/office/powerpoint/2010/main" val="10614298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Capgemini_Dark_2025">
  <a:themeElements>
    <a:clrScheme name="Capgemini Dark 2026">
      <a:dk1>
        <a:sysClr val="windowText" lastClr="000000"/>
      </a:dk1>
      <a:lt1>
        <a:srgbClr val="FFFFFF"/>
      </a:lt1>
      <a:dk2>
        <a:srgbClr val="121A38"/>
      </a:dk2>
      <a:lt2>
        <a:srgbClr val="FFFFFF"/>
      </a:lt2>
      <a:accent1>
        <a:srgbClr val="0058AB"/>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961BB501-3E1D-4AE4-8E2F-17AD598B66F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32</TotalTime>
  <Words>2303</Words>
  <Application>Microsoft Office PowerPoint</Application>
  <PresentationFormat>Widescreen</PresentationFormat>
  <Paragraphs>245</Paragraphs>
  <Slides>13</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13</vt:i4>
      </vt:variant>
    </vt:vector>
  </HeadingPairs>
  <TitlesOfParts>
    <vt:vector size="21" baseType="lpstr">
      <vt:lpstr>Arial</vt:lpstr>
      <vt:lpstr>Source Sans 3</vt:lpstr>
      <vt:lpstr>System Font Regular</vt:lpstr>
      <vt:lpstr>Ubuntu</vt:lpstr>
      <vt:lpstr>Ubuntu Light</vt:lpstr>
      <vt:lpstr>Ubuntu Medium</vt:lpstr>
      <vt:lpstr>Capgemini_Bright_2025</vt:lpstr>
      <vt:lpstr>Capgemini_Dark_2025</vt:lpstr>
      <vt:lpstr>PowerPoint Presentation</vt:lpstr>
      <vt:lpstr>Ten problem statements across ten industries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Back cover</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ServiceNow Hackathon — Now Assist Problem Statements</dc:title>
  <dc:subject>PptxGenJS Presentation</dc:subject>
  <dc:creator>PptxGenJS</dc:creator>
  <cp:lastModifiedBy>Punit Desai, Tapal</cp:lastModifiedBy>
  <cp:revision>2</cp:revision>
  <dcterms:created xsi:type="dcterms:W3CDTF">2026-09-29T10:12:06Z</dcterms:created>
  <dcterms:modified xsi:type="dcterms:W3CDTF">2026-09-30T09:06:07Z</dcterms:modified>
</cp:coreProperties>
</file>